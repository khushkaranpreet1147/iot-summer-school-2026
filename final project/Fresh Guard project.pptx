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2" r:id="rId7"/>
    <p:sldId id="263" r:id="rId8"/>
    <p:sldId id="264" r:id="rId9"/>
    <p:sldId id="267" r:id="rId10"/>
    <p:sldId id="266" r:id="rId11"/>
    <p:sldId id="269" r:id="rId12"/>
    <p:sldId id="270"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0" clrIdx="0">
    <p:extLst>
      <p:ext uri="{19B8F6BF-5375-455C-9EA6-DF929625EA0E}">
        <p15:presenceInfo xmlns:p15="http://schemas.microsoft.com/office/powerpoint/2012/main" userId="Lenov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44" autoAdjust="0"/>
    <p:restoredTop sz="94660"/>
  </p:normalViewPr>
  <p:slideViewPr>
    <p:cSldViewPr snapToGrid="0">
      <p:cViewPr varScale="1">
        <p:scale>
          <a:sx n="68" d="100"/>
          <a:sy n="68" d="100"/>
        </p:scale>
        <p:origin x="5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image" Target="../media/image1.jpg"/></Relationships>
</file>

<file path=ppt/diagrams/_rels/drawing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image" Target="../media/image1.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43901F-1F09-407C-A659-B251028A24DC}"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FBD9566D-4FCB-45E8-8F79-DF4D3CA73CD2}">
      <dgm:prSet phldrT="[Text]"/>
      <dgm:spPr/>
      <dgm:t>
        <a:bodyPr/>
        <a:lstStyle/>
        <a:p>
          <a:r>
            <a:rPr lang="en-US" dirty="0" smtClean="0"/>
            <a:t>Unstable environment</a:t>
          </a:r>
          <a:endParaRPr lang="en-US" dirty="0"/>
        </a:p>
      </dgm:t>
    </dgm:pt>
    <dgm:pt modelId="{B3122244-BD8A-449C-8B13-4253E22559C9}" type="parTrans" cxnId="{68F1C554-0C3B-4EE1-B1FF-8388A89687B5}">
      <dgm:prSet/>
      <dgm:spPr/>
      <dgm:t>
        <a:bodyPr/>
        <a:lstStyle/>
        <a:p>
          <a:endParaRPr lang="en-US"/>
        </a:p>
      </dgm:t>
    </dgm:pt>
    <dgm:pt modelId="{8A8E21AB-6C45-48B6-9AB0-1C40782DE791}" type="sibTrans" cxnId="{68F1C554-0C3B-4EE1-B1FF-8388A89687B5}">
      <dgm:prSet/>
      <dgm:spPr/>
      <dgm:t>
        <a:bodyPr/>
        <a:lstStyle/>
        <a:p>
          <a:endParaRPr lang="en-US"/>
        </a:p>
      </dgm:t>
    </dgm:pt>
    <dgm:pt modelId="{8A44AADB-5B0A-48FA-A355-FA982644A296}">
      <dgm:prSet phldrT="[Text]"/>
      <dgm:spPr/>
      <dgm:t>
        <a:bodyPr/>
        <a:lstStyle/>
        <a:p>
          <a:r>
            <a:rPr lang="en-US" dirty="0" smtClean="0"/>
            <a:t>Manual check missed</a:t>
          </a:r>
          <a:endParaRPr lang="en-US" dirty="0"/>
        </a:p>
      </dgm:t>
    </dgm:pt>
    <dgm:pt modelId="{CE16E7D7-63F0-43A0-B85B-C9DEBC03E6BF}" type="parTrans" cxnId="{67ECBFCC-254D-4454-8435-6C81467C7BBA}">
      <dgm:prSet/>
      <dgm:spPr/>
      <dgm:t>
        <a:bodyPr/>
        <a:lstStyle/>
        <a:p>
          <a:endParaRPr lang="en-US"/>
        </a:p>
      </dgm:t>
    </dgm:pt>
    <dgm:pt modelId="{9F7E58A5-1480-4674-8DDF-DF9E1BDEF3B5}" type="sibTrans" cxnId="{67ECBFCC-254D-4454-8435-6C81467C7BBA}">
      <dgm:prSet/>
      <dgm:spPr/>
      <dgm:t>
        <a:bodyPr/>
        <a:lstStyle/>
        <a:p>
          <a:endParaRPr lang="en-US"/>
        </a:p>
      </dgm:t>
    </dgm:pt>
    <dgm:pt modelId="{97FC5233-985F-4B5B-8136-B8A06A4B364D}">
      <dgm:prSet phldrT="[Text]"/>
      <dgm:spPr/>
      <dgm:t>
        <a:bodyPr/>
        <a:lstStyle/>
        <a:p>
          <a:r>
            <a:rPr lang="en-US" dirty="0" smtClean="0"/>
            <a:t>Food begins to spoil</a:t>
          </a:r>
          <a:endParaRPr lang="en-US" dirty="0"/>
        </a:p>
      </dgm:t>
    </dgm:pt>
    <dgm:pt modelId="{2002AC56-B167-4C97-818C-C6003FFD8A47}" type="parTrans" cxnId="{8C9613B8-9878-4DB3-9765-95B64787F384}">
      <dgm:prSet/>
      <dgm:spPr/>
      <dgm:t>
        <a:bodyPr/>
        <a:lstStyle/>
        <a:p>
          <a:endParaRPr lang="en-US"/>
        </a:p>
      </dgm:t>
    </dgm:pt>
    <dgm:pt modelId="{D97313C0-A84A-462C-B9C0-F0C0CAA05E4F}" type="sibTrans" cxnId="{8C9613B8-9878-4DB3-9765-95B64787F384}">
      <dgm:prSet/>
      <dgm:spPr/>
      <dgm:t>
        <a:bodyPr/>
        <a:lstStyle/>
        <a:p>
          <a:endParaRPr lang="en-US"/>
        </a:p>
      </dgm:t>
    </dgm:pt>
    <dgm:pt modelId="{91C644D0-2EF8-44A3-B98B-4574CC840A93}">
      <dgm:prSet phldrT="[Text]"/>
      <dgm:spPr/>
      <dgm:t>
        <a:bodyPr/>
        <a:lstStyle/>
        <a:p>
          <a:r>
            <a:rPr lang="en-US" dirty="0" smtClean="0"/>
            <a:t>Financial and Compliance loss</a:t>
          </a:r>
          <a:endParaRPr lang="en-US" dirty="0"/>
        </a:p>
      </dgm:t>
    </dgm:pt>
    <dgm:pt modelId="{9F2A8B68-F7F6-4B5C-A142-A83AE80152FE}" type="parTrans" cxnId="{D0F76E82-3764-4A3E-AEA5-9F5CA52346B8}">
      <dgm:prSet/>
      <dgm:spPr/>
      <dgm:t>
        <a:bodyPr/>
        <a:lstStyle/>
        <a:p>
          <a:endParaRPr lang="en-US"/>
        </a:p>
      </dgm:t>
    </dgm:pt>
    <dgm:pt modelId="{30F4B1B7-05EF-48F2-9739-A2758E6B0031}" type="sibTrans" cxnId="{D0F76E82-3764-4A3E-AEA5-9F5CA52346B8}">
      <dgm:prSet/>
      <dgm:spPr/>
      <dgm:t>
        <a:bodyPr/>
        <a:lstStyle/>
        <a:p>
          <a:endParaRPr lang="en-US"/>
        </a:p>
      </dgm:t>
    </dgm:pt>
    <dgm:pt modelId="{8255CBE5-67C7-4F01-AAD8-4416696B7E70}" type="pres">
      <dgm:prSet presAssocID="{AC43901F-1F09-407C-A659-B251028A24DC}" presName="cycle" presStyleCnt="0">
        <dgm:presLayoutVars>
          <dgm:dir/>
          <dgm:resizeHandles val="exact"/>
        </dgm:presLayoutVars>
      </dgm:prSet>
      <dgm:spPr/>
      <dgm:t>
        <a:bodyPr/>
        <a:lstStyle/>
        <a:p>
          <a:endParaRPr lang="en-US"/>
        </a:p>
      </dgm:t>
    </dgm:pt>
    <dgm:pt modelId="{6A768BDB-CE5A-467C-AF69-23353BB60451}" type="pres">
      <dgm:prSet presAssocID="{FBD9566D-4FCB-45E8-8F79-DF4D3CA73CD2}" presName="node" presStyleLbl="node1" presStyleIdx="0" presStyleCnt="4">
        <dgm:presLayoutVars>
          <dgm:bulletEnabled val="1"/>
        </dgm:presLayoutVars>
      </dgm:prSet>
      <dgm:spPr/>
      <dgm:t>
        <a:bodyPr/>
        <a:lstStyle/>
        <a:p>
          <a:endParaRPr lang="en-US"/>
        </a:p>
      </dgm:t>
    </dgm:pt>
    <dgm:pt modelId="{392AFFD1-48FF-4249-A218-2EE60E2E01EA}" type="pres">
      <dgm:prSet presAssocID="{FBD9566D-4FCB-45E8-8F79-DF4D3CA73CD2}" presName="spNode" presStyleCnt="0"/>
      <dgm:spPr/>
    </dgm:pt>
    <dgm:pt modelId="{C2E234B4-5F4C-49DF-BC37-AA11D8306E0C}" type="pres">
      <dgm:prSet presAssocID="{8A8E21AB-6C45-48B6-9AB0-1C40782DE791}" presName="sibTrans" presStyleLbl="sibTrans1D1" presStyleIdx="0" presStyleCnt="4"/>
      <dgm:spPr/>
      <dgm:t>
        <a:bodyPr/>
        <a:lstStyle/>
        <a:p>
          <a:endParaRPr lang="en-US"/>
        </a:p>
      </dgm:t>
    </dgm:pt>
    <dgm:pt modelId="{DE53E8F7-993D-40CB-B1DC-1AF19D11E886}" type="pres">
      <dgm:prSet presAssocID="{8A44AADB-5B0A-48FA-A355-FA982644A296}" presName="node" presStyleLbl="node1" presStyleIdx="1" presStyleCnt="4">
        <dgm:presLayoutVars>
          <dgm:bulletEnabled val="1"/>
        </dgm:presLayoutVars>
      </dgm:prSet>
      <dgm:spPr/>
      <dgm:t>
        <a:bodyPr/>
        <a:lstStyle/>
        <a:p>
          <a:endParaRPr lang="en-US"/>
        </a:p>
      </dgm:t>
    </dgm:pt>
    <dgm:pt modelId="{35A94C78-E8AB-4DA2-A0DE-E0887473E88C}" type="pres">
      <dgm:prSet presAssocID="{8A44AADB-5B0A-48FA-A355-FA982644A296}" presName="spNode" presStyleCnt="0"/>
      <dgm:spPr/>
    </dgm:pt>
    <dgm:pt modelId="{F585229F-1054-4BCB-8886-4DC8A4BFAD73}" type="pres">
      <dgm:prSet presAssocID="{9F7E58A5-1480-4674-8DDF-DF9E1BDEF3B5}" presName="sibTrans" presStyleLbl="sibTrans1D1" presStyleIdx="1" presStyleCnt="4"/>
      <dgm:spPr/>
      <dgm:t>
        <a:bodyPr/>
        <a:lstStyle/>
        <a:p>
          <a:endParaRPr lang="en-US"/>
        </a:p>
      </dgm:t>
    </dgm:pt>
    <dgm:pt modelId="{DFFA78BD-6107-4D66-A5F9-B5245F7FF9FF}" type="pres">
      <dgm:prSet presAssocID="{97FC5233-985F-4B5B-8136-B8A06A4B364D}" presName="node" presStyleLbl="node1" presStyleIdx="2" presStyleCnt="4">
        <dgm:presLayoutVars>
          <dgm:bulletEnabled val="1"/>
        </dgm:presLayoutVars>
      </dgm:prSet>
      <dgm:spPr/>
      <dgm:t>
        <a:bodyPr/>
        <a:lstStyle/>
        <a:p>
          <a:endParaRPr lang="en-US"/>
        </a:p>
      </dgm:t>
    </dgm:pt>
    <dgm:pt modelId="{A502748D-FAF9-41D0-AAA8-BF168EAF236E}" type="pres">
      <dgm:prSet presAssocID="{97FC5233-985F-4B5B-8136-B8A06A4B364D}" presName="spNode" presStyleCnt="0"/>
      <dgm:spPr/>
    </dgm:pt>
    <dgm:pt modelId="{106D3929-0D67-4DC0-A0FE-1239774D2C8C}" type="pres">
      <dgm:prSet presAssocID="{D97313C0-A84A-462C-B9C0-F0C0CAA05E4F}" presName="sibTrans" presStyleLbl="sibTrans1D1" presStyleIdx="2" presStyleCnt="4"/>
      <dgm:spPr/>
      <dgm:t>
        <a:bodyPr/>
        <a:lstStyle/>
        <a:p>
          <a:endParaRPr lang="en-US"/>
        </a:p>
      </dgm:t>
    </dgm:pt>
    <dgm:pt modelId="{F6837B3D-66BB-4C72-B8E7-7235EF4A6F48}" type="pres">
      <dgm:prSet presAssocID="{91C644D0-2EF8-44A3-B98B-4574CC840A93}" presName="node" presStyleLbl="node1" presStyleIdx="3" presStyleCnt="4">
        <dgm:presLayoutVars>
          <dgm:bulletEnabled val="1"/>
        </dgm:presLayoutVars>
      </dgm:prSet>
      <dgm:spPr/>
      <dgm:t>
        <a:bodyPr/>
        <a:lstStyle/>
        <a:p>
          <a:endParaRPr lang="en-US"/>
        </a:p>
      </dgm:t>
    </dgm:pt>
    <dgm:pt modelId="{D567B0D8-7EC4-48F5-A78A-34D32E236713}" type="pres">
      <dgm:prSet presAssocID="{91C644D0-2EF8-44A3-B98B-4574CC840A93}" presName="spNode" presStyleCnt="0"/>
      <dgm:spPr/>
    </dgm:pt>
    <dgm:pt modelId="{339BEDD8-AF8C-44F7-9A85-C2892460DD2C}" type="pres">
      <dgm:prSet presAssocID="{30F4B1B7-05EF-48F2-9739-A2758E6B0031}" presName="sibTrans" presStyleLbl="sibTrans1D1" presStyleIdx="3" presStyleCnt="4"/>
      <dgm:spPr/>
      <dgm:t>
        <a:bodyPr/>
        <a:lstStyle/>
        <a:p>
          <a:endParaRPr lang="en-US"/>
        </a:p>
      </dgm:t>
    </dgm:pt>
  </dgm:ptLst>
  <dgm:cxnLst>
    <dgm:cxn modelId="{B4C2ECC2-5E83-4DA1-B514-4A91E62C5F6F}" type="presOf" srcId="{30F4B1B7-05EF-48F2-9739-A2758E6B0031}" destId="{339BEDD8-AF8C-44F7-9A85-C2892460DD2C}" srcOrd="0" destOrd="0" presId="urn:microsoft.com/office/officeart/2005/8/layout/cycle6"/>
    <dgm:cxn modelId="{D0F76E82-3764-4A3E-AEA5-9F5CA52346B8}" srcId="{AC43901F-1F09-407C-A659-B251028A24DC}" destId="{91C644D0-2EF8-44A3-B98B-4574CC840A93}" srcOrd="3" destOrd="0" parTransId="{9F2A8B68-F7F6-4B5C-A142-A83AE80152FE}" sibTransId="{30F4B1B7-05EF-48F2-9739-A2758E6B0031}"/>
    <dgm:cxn modelId="{8C9613B8-9878-4DB3-9765-95B64787F384}" srcId="{AC43901F-1F09-407C-A659-B251028A24DC}" destId="{97FC5233-985F-4B5B-8136-B8A06A4B364D}" srcOrd="2" destOrd="0" parTransId="{2002AC56-B167-4C97-818C-C6003FFD8A47}" sibTransId="{D97313C0-A84A-462C-B9C0-F0C0CAA05E4F}"/>
    <dgm:cxn modelId="{844D92C6-4D5F-435B-8340-2987B27F3410}" type="presOf" srcId="{8A8E21AB-6C45-48B6-9AB0-1C40782DE791}" destId="{C2E234B4-5F4C-49DF-BC37-AA11D8306E0C}" srcOrd="0" destOrd="0" presId="urn:microsoft.com/office/officeart/2005/8/layout/cycle6"/>
    <dgm:cxn modelId="{A41A9414-310E-4FD6-8BA1-ACF96BA7E54B}" type="presOf" srcId="{91C644D0-2EF8-44A3-B98B-4574CC840A93}" destId="{F6837B3D-66BB-4C72-B8E7-7235EF4A6F48}" srcOrd="0" destOrd="0" presId="urn:microsoft.com/office/officeart/2005/8/layout/cycle6"/>
    <dgm:cxn modelId="{0B5927B0-6C8F-4B5C-AB24-CAB1F4F21D17}" type="presOf" srcId="{8A44AADB-5B0A-48FA-A355-FA982644A296}" destId="{DE53E8F7-993D-40CB-B1DC-1AF19D11E886}" srcOrd="0" destOrd="0" presId="urn:microsoft.com/office/officeart/2005/8/layout/cycle6"/>
    <dgm:cxn modelId="{248A4D58-090F-4586-9EC8-ECB972A0CFAB}" type="presOf" srcId="{D97313C0-A84A-462C-B9C0-F0C0CAA05E4F}" destId="{106D3929-0D67-4DC0-A0FE-1239774D2C8C}" srcOrd="0" destOrd="0" presId="urn:microsoft.com/office/officeart/2005/8/layout/cycle6"/>
    <dgm:cxn modelId="{FA9CA63B-929B-4A13-BF4F-6A3C8B5C5C49}" type="presOf" srcId="{97FC5233-985F-4B5B-8136-B8A06A4B364D}" destId="{DFFA78BD-6107-4D66-A5F9-B5245F7FF9FF}" srcOrd="0" destOrd="0" presId="urn:microsoft.com/office/officeart/2005/8/layout/cycle6"/>
    <dgm:cxn modelId="{67ECBFCC-254D-4454-8435-6C81467C7BBA}" srcId="{AC43901F-1F09-407C-A659-B251028A24DC}" destId="{8A44AADB-5B0A-48FA-A355-FA982644A296}" srcOrd="1" destOrd="0" parTransId="{CE16E7D7-63F0-43A0-B85B-C9DEBC03E6BF}" sibTransId="{9F7E58A5-1480-4674-8DDF-DF9E1BDEF3B5}"/>
    <dgm:cxn modelId="{EF1B19CE-344C-4239-B8A4-1CD3A3E958EE}" type="presOf" srcId="{FBD9566D-4FCB-45E8-8F79-DF4D3CA73CD2}" destId="{6A768BDB-CE5A-467C-AF69-23353BB60451}" srcOrd="0" destOrd="0" presId="urn:microsoft.com/office/officeart/2005/8/layout/cycle6"/>
    <dgm:cxn modelId="{20D65E08-F792-4218-9F6A-898A239F269B}" type="presOf" srcId="{AC43901F-1F09-407C-A659-B251028A24DC}" destId="{8255CBE5-67C7-4F01-AAD8-4416696B7E70}" srcOrd="0" destOrd="0" presId="urn:microsoft.com/office/officeart/2005/8/layout/cycle6"/>
    <dgm:cxn modelId="{A3DFE5AF-7019-48F3-BAF6-A7E66A43E6EE}" type="presOf" srcId="{9F7E58A5-1480-4674-8DDF-DF9E1BDEF3B5}" destId="{F585229F-1054-4BCB-8886-4DC8A4BFAD73}" srcOrd="0" destOrd="0" presId="urn:microsoft.com/office/officeart/2005/8/layout/cycle6"/>
    <dgm:cxn modelId="{68F1C554-0C3B-4EE1-B1FF-8388A89687B5}" srcId="{AC43901F-1F09-407C-A659-B251028A24DC}" destId="{FBD9566D-4FCB-45E8-8F79-DF4D3CA73CD2}" srcOrd="0" destOrd="0" parTransId="{B3122244-BD8A-449C-8B13-4253E22559C9}" sibTransId="{8A8E21AB-6C45-48B6-9AB0-1C40782DE791}"/>
    <dgm:cxn modelId="{459FB962-3139-45CC-9129-E0E47E4B5BFF}" type="presParOf" srcId="{8255CBE5-67C7-4F01-AAD8-4416696B7E70}" destId="{6A768BDB-CE5A-467C-AF69-23353BB60451}" srcOrd="0" destOrd="0" presId="urn:microsoft.com/office/officeart/2005/8/layout/cycle6"/>
    <dgm:cxn modelId="{694AAED4-DEF4-4A83-A83B-337CA05B9374}" type="presParOf" srcId="{8255CBE5-67C7-4F01-AAD8-4416696B7E70}" destId="{392AFFD1-48FF-4249-A218-2EE60E2E01EA}" srcOrd="1" destOrd="0" presId="urn:microsoft.com/office/officeart/2005/8/layout/cycle6"/>
    <dgm:cxn modelId="{6F31F279-2373-42B3-894B-FA8A977D982D}" type="presParOf" srcId="{8255CBE5-67C7-4F01-AAD8-4416696B7E70}" destId="{C2E234B4-5F4C-49DF-BC37-AA11D8306E0C}" srcOrd="2" destOrd="0" presId="urn:microsoft.com/office/officeart/2005/8/layout/cycle6"/>
    <dgm:cxn modelId="{DDE5C893-72B5-4D73-B7A6-A81E0A94CA22}" type="presParOf" srcId="{8255CBE5-67C7-4F01-AAD8-4416696B7E70}" destId="{DE53E8F7-993D-40CB-B1DC-1AF19D11E886}" srcOrd="3" destOrd="0" presId="urn:microsoft.com/office/officeart/2005/8/layout/cycle6"/>
    <dgm:cxn modelId="{64CF6A4C-5608-4FB5-A1E5-AC8E0F55CC2D}" type="presParOf" srcId="{8255CBE5-67C7-4F01-AAD8-4416696B7E70}" destId="{35A94C78-E8AB-4DA2-A0DE-E0887473E88C}" srcOrd="4" destOrd="0" presId="urn:microsoft.com/office/officeart/2005/8/layout/cycle6"/>
    <dgm:cxn modelId="{449B1D36-0D93-453D-A4E3-2D75AA29F10B}" type="presParOf" srcId="{8255CBE5-67C7-4F01-AAD8-4416696B7E70}" destId="{F585229F-1054-4BCB-8886-4DC8A4BFAD73}" srcOrd="5" destOrd="0" presId="urn:microsoft.com/office/officeart/2005/8/layout/cycle6"/>
    <dgm:cxn modelId="{11E93F3C-1D9B-4D95-BBDD-58C050683934}" type="presParOf" srcId="{8255CBE5-67C7-4F01-AAD8-4416696B7E70}" destId="{DFFA78BD-6107-4D66-A5F9-B5245F7FF9FF}" srcOrd="6" destOrd="0" presId="urn:microsoft.com/office/officeart/2005/8/layout/cycle6"/>
    <dgm:cxn modelId="{A623A202-07DD-4DF5-A1AB-DFCAD254FA9E}" type="presParOf" srcId="{8255CBE5-67C7-4F01-AAD8-4416696B7E70}" destId="{A502748D-FAF9-41D0-AAA8-BF168EAF236E}" srcOrd="7" destOrd="0" presId="urn:microsoft.com/office/officeart/2005/8/layout/cycle6"/>
    <dgm:cxn modelId="{E7B6EC43-CAAA-41C7-A81B-1AEF633CD1BD}" type="presParOf" srcId="{8255CBE5-67C7-4F01-AAD8-4416696B7E70}" destId="{106D3929-0D67-4DC0-A0FE-1239774D2C8C}" srcOrd="8" destOrd="0" presId="urn:microsoft.com/office/officeart/2005/8/layout/cycle6"/>
    <dgm:cxn modelId="{0F5CCE32-8F5D-4555-A7D4-8988FD1F245C}" type="presParOf" srcId="{8255CBE5-67C7-4F01-AAD8-4416696B7E70}" destId="{F6837B3D-66BB-4C72-B8E7-7235EF4A6F48}" srcOrd="9" destOrd="0" presId="urn:microsoft.com/office/officeart/2005/8/layout/cycle6"/>
    <dgm:cxn modelId="{03DC2878-24C1-4CDF-AADF-7129D9AC550B}" type="presParOf" srcId="{8255CBE5-67C7-4F01-AAD8-4416696B7E70}" destId="{D567B0D8-7EC4-48F5-A78A-34D32E236713}" srcOrd="10" destOrd="0" presId="urn:microsoft.com/office/officeart/2005/8/layout/cycle6"/>
    <dgm:cxn modelId="{4A63EAB7-AE0B-4E77-9389-A41937EFAF14}" type="presParOf" srcId="{8255CBE5-67C7-4F01-AAD8-4416696B7E70}" destId="{339BEDD8-AF8C-44F7-9A85-C2892460DD2C}" srcOrd="11"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D558D7-EB94-4221-8BFA-D44B2597E63B}"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US"/>
        </a:p>
      </dgm:t>
    </dgm:pt>
    <dgm:pt modelId="{8D05E06C-4D20-402E-A7B5-B6FC3354EA6B}">
      <dgm:prSet phldrT="[Text]" custT="1"/>
      <dgm:spPr/>
      <dgm:t>
        <a:bodyPr/>
        <a:lstStyle/>
        <a:p>
          <a:r>
            <a:rPr lang="en-US" sz="1600" dirty="0" smtClean="0">
              <a:latin typeface="Arial Black" panose="020B0A04020102020204" pitchFamily="34" charset="0"/>
            </a:rPr>
            <a:t>Proactive Digital Guard: </a:t>
          </a:r>
        </a:p>
        <a:p>
          <a:r>
            <a:rPr lang="en-US" sz="1600" dirty="0" smtClean="0">
              <a:latin typeface="Arial" panose="020B0604020202020204" pitchFamily="34" charset="0"/>
              <a:cs typeface="Arial" panose="020B0604020202020204" pitchFamily="34" charset="0"/>
            </a:rPr>
            <a:t>An </a:t>
          </a:r>
          <a:r>
            <a:rPr lang="en-US" sz="1600" dirty="0" err="1" smtClean="0">
              <a:latin typeface="Arial" panose="020B0604020202020204" pitchFamily="34" charset="0"/>
              <a:cs typeface="Arial" panose="020B0604020202020204" pitchFamily="34" charset="0"/>
            </a:rPr>
            <a:t>IoT</a:t>
          </a:r>
          <a:r>
            <a:rPr lang="en-US" sz="1600" dirty="0" smtClean="0">
              <a:latin typeface="Arial" panose="020B0604020202020204" pitchFamily="34" charset="0"/>
              <a:cs typeface="Arial" panose="020B0604020202020204" pitchFamily="34" charset="0"/>
            </a:rPr>
            <a:t>-based monitoring system specifically designed for food storage environments</a:t>
          </a:r>
          <a:endParaRPr lang="en-US" sz="1600" dirty="0">
            <a:latin typeface="Arial" panose="020B0604020202020204" pitchFamily="34" charset="0"/>
            <a:cs typeface="Arial" panose="020B0604020202020204" pitchFamily="34" charset="0"/>
          </a:endParaRPr>
        </a:p>
      </dgm:t>
    </dgm:pt>
    <dgm:pt modelId="{19B30CC0-F872-428C-A282-188EA7184467}" type="parTrans" cxnId="{E48C4AFF-5512-412F-8181-E6DAC1779D6B}">
      <dgm:prSet/>
      <dgm:spPr/>
      <dgm:t>
        <a:bodyPr/>
        <a:lstStyle/>
        <a:p>
          <a:endParaRPr lang="en-US"/>
        </a:p>
      </dgm:t>
    </dgm:pt>
    <dgm:pt modelId="{8C177658-0FF3-4642-AED6-CB4963669D10}" type="sibTrans" cxnId="{E48C4AFF-5512-412F-8181-E6DAC1779D6B}">
      <dgm:prSet/>
      <dgm:spPr/>
      <dgm:t>
        <a:bodyPr/>
        <a:lstStyle/>
        <a:p>
          <a:endParaRPr lang="en-US"/>
        </a:p>
      </dgm:t>
    </dgm:pt>
    <dgm:pt modelId="{BCF5C878-590F-48D9-A39A-940352CE09A7}">
      <dgm:prSet phldrT="[Text]" custT="1"/>
      <dgm:spPr/>
      <dgm:t>
        <a:bodyPr/>
        <a:lstStyle/>
        <a:p>
          <a:r>
            <a:rPr lang="en-US" sz="1600" dirty="0" smtClean="0">
              <a:latin typeface="Arial Black" panose="020B0A04020102020204" pitchFamily="34" charset="0"/>
            </a:rPr>
            <a:t>High-Precision Technology: </a:t>
          </a:r>
        </a:p>
        <a:p>
          <a:r>
            <a:rPr lang="en-US" sz="1600" dirty="0" smtClean="0">
              <a:latin typeface="Arial" panose="020B0604020202020204" pitchFamily="34" charset="0"/>
              <a:cs typeface="Arial" panose="020B0604020202020204" pitchFamily="34" charset="0"/>
            </a:rPr>
            <a:t>Uses advanced sensors to track vital conditions like temperature and humidity with extreme accuracy</a:t>
          </a:r>
          <a:r>
            <a:rPr lang="en-US" sz="1300" dirty="0" smtClean="0">
              <a:latin typeface="Arial Black" panose="020B0A04020102020204" pitchFamily="34" charset="0"/>
            </a:rPr>
            <a:t>.</a:t>
          </a:r>
          <a:endParaRPr lang="en-US" sz="1300" dirty="0">
            <a:latin typeface="Arial Black" panose="020B0A04020102020204" pitchFamily="34" charset="0"/>
          </a:endParaRPr>
        </a:p>
      </dgm:t>
    </dgm:pt>
    <dgm:pt modelId="{14F36972-0A43-401A-94FF-2083551A12F2}" type="parTrans" cxnId="{99C0864E-2C1F-47D0-8118-54F120233A3F}">
      <dgm:prSet/>
      <dgm:spPr/>
      <dgm:t>
        <a:bodyPr/>
        <a:lstStyle/>
        <a:p>
          <a:endParaRPr lang="en-US"/>
        </a:p>
      </dgm:t>
    </dgm:pt>
    <dgm:pt modelId="{A8E022BE-54C0-48AC-B4DC-4E5FBF25D0AC}" type="sibTrans" cxnId="{99C0864E-2C1F-47D0-8118-54F120233A3F}">
      <dgm:prSet/>
      <dgm:spPr/>
      <dgm:t>
        <a:bodyPr/>
        <a:lstStyle/>
        <a:p>
          <a:endParaRPr lang="en-US"/>
        </a:p>
      </dgm:t>
    </dgm:pt>
    <dgm:pt modelId="{A8938BC8-1449-45D3-9E14-4D27B7DE8024}">
      <dgm:prSet phldrT="[Text]" custT="1"/>
      <dgm:spPr/>
      <dgm:t>
        <a:bodyPr/>
        <a:lstStyle/>
        <a:p>
          <a:r>
            <a:rPr lang="en-US" sz="1100" dirty="0" smtClean="0"/>
            <a:t>​</a:t>
          </a:r>
          <a:r>
            <a:rPr lang="en-US" sz="1600" dirty="0" smtClean="0">
              <a:latin typeface="Arial Black" panose="020B0A04020102020204" pitchFamily="34" charset="0"/>
            </a:rPr>
            <a:t>Built for Durability: </a:t>
          </a:r>
        </a:p>
        <a:p>
          <a:r>
            <a:rPr lang="en-US" sz="1600" dirty="0" smtClean="0">
              <a:latin typeface="Arial" panose="020B0604020202020204" pitchFamily="34" charset="0"/>
              <a:cs typeface="Arial" panose="020B0604020202020204" pitchFamily="34" charset="0"/>
            </a:rPr>
            <a:t>Engineered to withstand tough cold storage settings, ensuring reliable operation 24/7.</a:t>
          </a:r>
          <a:endParaRPr lang="en-US" sz="1600" dirty="0">
            <a:latin typeface="Arial" panose="020B0604020202020204" pitchFamily="34" charset="0"/>
            <a:cs typeface="Arial" panose="020B0604020202020204" pitchFamily="34" charset="0"/>
          </a:endParaRPr>
        </a:p>
      </dgm:t>
    </dgm:pt>
    <dgm:pt modelId="{367423AF-2C38-4DF6-B841-A8801B57AB93}" type="parTrans" cxnId="{916E2213-0DF9-436D-88E7-8D1AF689BDB9}">
      <dgm:prSet/>
      <dgm:spPr/>
      <dgm:t>
        <a:bodyPr/>
        <a:lstStyle/>
        <a:p>
          <a:endParaRPr lang="en-US"/>
        </a:p>
      </dgm:t>
    </dgm:pt>
    <dgm:pt modelId="{56A7384F-6F88-4FFF-B8E7-5A2EBDE81A4E}" type="sibTrans" cxnId="{916E2213-0DF9-436D-88E7-8D1AF689BDB9}">
      <dgm:prSet/>
      <dgm:spPr/>
      <dgm:t>
        <a:bodyPr/>
        <a:lstStyle/>
        <a:p>
          <a:endParaRPr lang="en-US"/>
        </a:p>
      </dgm:t>
    </dgm:pt>
    <dgm:pt modelId="{B500D474-5ECD-4658-A499-435B2EF7FD1F}">
      <dgm:prSet phldrT="[Text]"/>
      <dgm:spPr/>
      <dgm:t>
        <a:bodyPr/>
        <a:lstStyle/>
        <a:p>
          <a:endParaRPr lang="en-US" sz="900" dirty="0">
            <a:latin typeface="Arial" panose="020B0604020202020204" pitchFamily="34" charset="0"/>
            <a:cs typeface="Arial" panose="020B0604020202020204" pitchFamily="34" charset="0"/>
          </a:endParaRPr>
        </a:p>
      </dgm:t>
    </dgm:pt>
    <dgm:pt modelId="{52953FB1-EDE8-4543-9D6A-15987CAB5987}" type="parTrans" cxnId="{3A0C4667-34F2-4B8A-9D9D-BF1705614366}">
      <dgm:prSet/>
      <dgm:spPr/>
      <dgm:t>
        <a:bodyPr/>
        <a:lstStyle/>
        <a:p>
          <a:endParaRPr lang="en-US"/>
        </a:p>
      </dgm:t>
    </dgm:pt>
    <dgm:pt modelId="{0FB38108-4B59-4ED5-8FD8-6584EE4B6D50}" type="sibTrans" cxnId="{3A0C4667-34F2-4B8A-9D9D-BF1705614366}">
      <dgm:prSet/>
      <dgm:spPr/>
      <dgm:t>
        <a:bodyPr/>
        <a:lstStyle/>
        <a:p>
          <a:endParaRPr lang="en-US"/>
        </a:p>
      </dgm:t>
    </dgm:pt>
    <dgm:pt modelId="{EB4664EA-257A-4A5B-9F1E-4551FB9C7F44}">
      <dgm:prSet/>
      <dgm:spPr/>
      <dgm:t>
        <a:bodyPr/>
        <a:lstStyle/>
        <a:p>
          <a:endParaRPr lang="en-US" sz="900" dirty="0">
            <a:latin typeface="Arial Black" panose="020B0A04020102020204" pitchFamily="34" charset="0"/>
          </a:endParaRPr>
        </a:p>
      </dgm:t>
    </dgm:pt>
    <dgm:pt modelId="{E45FF357-14C0-413C-B996-107DF7E519F2}" type="parTrans" cxnId="{EE7DCC87-F89E-449B-8D4B-A2A4F3ED4263}">
      <dgm:prSet/>
      <dgm:spPr/>
      <dgm:t>
        <a:bodyPr/>
        <a:lstStyle/>
        <a:p>
          <a:endParaRPr lang="en-US"/>
        </a:p>
      </dgm:t>
    </dgm:pt>
    <dgm:pt modelId="{E893C045-ADA4-46AC-90B2-9773D87A2087}" type="sibTrans" cxnId="{EE7DCC87-F89E-449B-8D4B-A2A4F3ED4263}">
      <dgm:prSet/>
      <dgm:spPr/>
      <dgm:t>
        <a:bodyPr/>
        <a:lstStyle/>
        <a:p>
          <a:endParaRPr lang="en-US"/>
        </a:p>
      </dgm:t>
    </dgm:pt>
    <dgm:pt modelId="{279AFC02-263F-4CEA-9AF3-EBD5D380BE0B}" type="pres">
      <dgm:prSet presAssocID="{A9D558D7-EB94-4221-8BFA-D44B2597E63B}" presName="Name0" presStyleCnt="0">
        <dgm:presLayoutVars>
          <dgm:dir/>
          <dgm:resizeHandles val="exact"/>
        </dgm:presLayoutVars>
      </dgm:prSet>
      <dgm:spPr/>
      <dgm:t>
        <a:bodyPr/>
        <a:lstStyle/>
        <a:p>
          <a:endParaRPr lang="en-US"/>
        </a:p>
      </dgm:t>
    </dgm:pt>
    <dgm:pt modelId="{0EC9DA1E-AFFA-4213-9DB7-F7C1DF67A503}" type="pres">
      <dgm:prSet presAssocID="{8D05E06C-4D20-402E-A7B5-B6FC3354EA6B}" presName="compNode" presStyleCnt="0"/>
      <dgm:spPr/>
    </dgm:pt>
    <dgm:pt modelId="{7EEF4C05-AF26-4B19-872A-7755E6427BA5}" type="pres">
      <dgm:prSet presAssocID="{8D05E06C-4D20-402E-A7B5-B6FC3354EA6B}" presName="pict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t="-59000" b="-59000"/>
          </a:stretch>
        </a:blipFill>
      </dgm:spPr>
      <dgm:t>
        <a:bodyPr/>
        <a:lstStyle/>
        <a:p>
          <a:endParaRPr lang="en-US"/>
        </a:p>
      </dgm:t>
    </dgm:pt>
    <dgm:pt modelId="{16DD3797-E251-43D9-B882-6401DD8AEED2}" type="pres">
      <dgm:prSet presAssocID="{8D05E06C-4D20-402E-A7B5-B6FC3354EA6B}" presName="textRect" presStyleLbl="revTx" presStyleIdx="0" presStyleCnt="3">
        <dgm:presLayoutVars>
          <dgm:bulletEnabled val="1"/>
        </dgm:presLayoutVars>
      </dgm:prSet>
      <dgm:spPr/>
      <dgm:t>
        <a:bodyPr/>
        <a:lstStyle/>
        <a:p>
          <a:endParaRPr lang="en-US"/>
        </a:p>
      </dgm:t>
    </dgm:pt>
    <dgm:pt modelId="{D6BF900D-5825-4478-B45A-619128F7BFC2}" type="pres">
      <dgm:prSet presAssocID="{8C177658-0FF3-4642-AED6-CB4963669D10}" presName="sibTrans" presStyleLbl="sibTrans2D1" presStyleIdx="0" presStyleCnt="0"/>
      <dgm:spPr/>
      <dgm:t>
        <a:bodyPr/>
        <a:lstStyle/>
        <a:p>
          <a:endParaRPr lang="en-US"/>
        </a:p>
      </dgm:t>
    </dgm:pt>
    <dgm:pt modelId="{CB233FF1-806A-4314-A353-5C8EDE5F8E42}" type="pres">
      <dgm:prSet presAssocID="{BCF5C878-590F-48D9-A39A-940352CE09A7}" presName="compNode" presStyleCnt="0"/>
      <dgm:spPr/>
    </dgm:pt>
    <dgm:pt modelId="{EDA4EACD-E4D4-4BCA-99F3-3D516199EF3C}" type="pres">
      <dgm:prSet presAssocID="{BCF5C878-590F-48D9-A39A-940352CE09A7}" presName="pict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10000" b="-10000"/>
          </a:stretch>
        </a:blipFill>
      </dgm:spPr>
      <dgm:t>
        <a:bodyPr/>
        <a:lstStyle/>
        <a:p>
          <a:endParaRPr lang="en-US"/>
        </a:p>
      </dgm:t>
    </dgm:pt>
    <dgm:pt modelId="{DEA89308-9498-47CD-B8D5-DECB3D4914BE}" type="pres">
      <dgm:prSet presAssocID="{BCF5C878-590F-48D9-A39A-940352CE09A7}" presName="textRect" presStyleLbl="revTx" presStyleIdx="1" presStyleCnt="3">
        <dgm:presLayoutVars>
          <dgm:bulletEnabled val="1"/>
        </dgm:presLayoutVars>
      </dgm:prSet>
      <dgm:spPr/>
      <dgm:t>
        <a:bodyPr/>
        <a:lstStyle/>
        <a:p>
          <a:endParaRPr lang="en-US"/>
        </a:p>
      </dgm:t>
    </dgm:pt>
    <dgm:pt modelId="{A3F774ED-FD1D-4F57-A017-D5013EE00D74}" type="pres">
      <dgm:prSet presAssocID="{A8E022BE-54C0-48AC-B4DC-4E5FBF25D0AC}" presName="sibTrans" presStyleLbl="sibTrans2D1" presStyleIdx="0" presStyleCnt="0"/>
      <dgm:spPr/>
      <dgm:t>
        <a:bodyPr/>
        <a:lstStyle/>
        <a:p>
          <a:endParaRPr lang="en-US"/>
        </a:p>
      </dgm:t>
    </dgm:pt>
    <dgm:pt modelId="{D7889964-26CA-489A-92BC-C4864434E0AE}" type="pres">
      <dgm:prSet presAssocID="{A8938BC8-1449-45D3-9E14-4D27B7DE8024}" presName="compNode" presStyleCnt="0"/>
      <dgm:spPr/>
    </dgm:pt>
    <dgm:pt modelId="{A5D1EF8B-6975-46D5-BC38-220CE4BE32C2}" type="pres">
      <dgm:prSet presAssocID="{A8938BC8-1449-45D3-9E14-4D27B7DE8024}" presName="pict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dgm:spPr>
      <dgm:t>
        <a:bodyPr/>
        <a:lstStyle/>
        <a:p>
          <a:endParaRPr lang="en-US"/>
        </a:p>
      </dgm:t>
    </dgm:pt>
    <dgm:pt modelId="{66EBDCD7-EB43-4C20-B9F8-55C34B0A81B8}" type="pres">
      <dgm:prSet presAssocID="{A8938BC8-1449-45D3-9E14-4D27B7DE8024}" presName="textRect" presStyleLbl="revTx" presStyleIdx="2" presStyleCnt="3">
        <dgm:presLayoutVars>
          <dgm:bulletEnabled val="1"/>
        </dgm:presLayoutVars>
      </dgm:prSet>
      <dgm:spPr/>
      <dgm:t>
        <a:bodyPr/>
        <a:lstStyle/>
        <a:p>
          <a:endParaRPr lang="en-US"/>
        </a:p>
      </dgm:t>
    </dgm:pt>
  </dgm:ptLst>
  <dgm:cxnLst>
    <dgm:cxn modelId="{EE7DCC87-F89E-449B-8D4B-A2A4F3ED4263}" srcId="{A8938BC8-1449-45D3-9E14-4D27B7DE8024}" destId="{EB4664EA-257A-4A5B-9F1E-4551FB9C7F44}" srcOrd="1" destOrd="0" parTransId="{E45FF357-14C0-413C-B996-107DF7E519F2}" sibTransId="{E893C045-ADA4-46AC-90B2-9773D87A2087}"/>
    <dgm:cxn modelId="{72921C00-A0C1-40C8-A80D-90D27D481C5D}" type="presOf" srcId="{A8938BC8-1449-45D3-9E14-4D27B7DE8024}" destId="{66EBDCD7-EB43-4C20-B9F8-55C34B0A81B8}" srcOrd="0" destOrd="0" presId="urn:microsoft.com/office/officeart/2005/8/layout/pList1"/>
    <dgm:cxn modelId="{E48C4AFF-5512-412F-8181-E6DAC1779D6B}" srcId="{A9D558D7-EB94-4221-8BFA-D44B2597E63B}" destId="{8D05E06C-4D20-402E-A7B5-B6FC3354EA6B}" srcOrd="0" destOrd="0" parTransId="{19B30CC0-F872-428C-A282-188EA7184467}" sibTransId="{8C177658-0FF3-4642-AED6-CB4963669D10}"/>
    <dgm:cxn modelId="{49933799-5BF0-4F3E-BC74-FAEF3B52230C}" type="presOf" srcId="{8C177658-0FF3-4642-AED6-CB4963669D10}" destId="{D6BF900D-5825-4478-B45A-619128F7BFC2}" srcOrd="0" destOrd="0" presId="urn:microsoft.com/office/officeart/2005/8/layout/pList1"/>
    <dgm:cxn modelId="{916E2213-0DF9-436D-88E7-8D1AF689BDB9}" srcId="{A9D558D7-EB94-4221-8BFA-D44B2597E63B}" destId="{A8938BC8-1449-45D3-9E14-4D27B7DE8024}" srcOrd="2" destOrd="0" parTransId="{367423AF-2C38-4DF6-B841-A8801B57AB93}" sibTransId="{56A7384F-6F88-4FFF-B8E7-5A2EBDE81A4E}"/>
    <dgm:cxn modelId="{515315F4-6967-4761-AA7E-AE74E7A11844}" type="presOf" srcId="{B500D474-5ECD-4658-A499-435B2EF7FD1F}" destId="{66EBDCD7-EB43-4C20-B9F8-55C34B0A81B8}" srcOrd="0" destOrd="1" presId="urn:microsoft.com/office/officeart/2005/8/layout/pList1"/>
    <dgm:cxn modelId="{5F2D95F9-893C-476D-B282-3333464F9DE5}" type="presOf" srcId="{8D05E06C-4D20-402E-A7B5-B6FC3354EA6B}" destId="{16DD3797-E251-43D9-B882-6401DD8AEED2}" srcOrd="0" destOrd="0" presId="urn:microsoft.com/office/officeart/2005/8/layout/pList1"/>
    <dgm:cxn modelId="{3A0C4667-34F2-4B8A-9D9D-BF1705614366}" srcId="{A8938BC8-1449-45D3-9E14-4D27B7DE8024}" destId="{B500D474-5ECD-4658-A499-435B2EF7FD1F}" srcOrd="0" destOrd="0" parTransId="{52953FB1-EDE8-4543-9D6A-15987CAB5987}" sibTransId="{0FB38108-4B59-4ED5-8FD8-6584EE4B6D50}"/>
    <dgm:cxn modelId="{829209A2-1783-410F-8875-DEE30D3BFC1F}" type="presOf" srcId="{A9D558D7-EB94-4221-8BFA-D44B2597E63B}" destId="{279AFC02-263F-4CEA-9AF3-EBD5D380BE0B}" srcOrd="0" destOrd="0" presId="urn:microsoft.com/office/officeart/2005/8/layout/pList1"/>
    <dgm:cxn modelId="{7C47FF32-862E-4836-A2A1-FBEADC2A7272}" type="presOf" srcId="{EB4664EA-257A-4A5B-9F1E-4551FB9C7F44}" destId="{66EBDCD7-EB43-4C20-B9F8-55C34B0A81B8}" srcOrd="0" destOrd="2" presId="urn:microsoft.com/office/officeart/2005/8/layout/pList1"/>
    <dgm:cxn modelId="{1FF29962-1E88-4319-8B99-6373F1E66416}" type="presOf" srcId="{A8E022BE-54C0-48AC-B4DC-4E5FBF25D0AC}" destId="{A3F774ED-FD1D-4F57-A017-D5013EE00D74}" srcOrd="0" destOrd="0" presId="urn:microsoft.com/office/officeart/2005/8/layout/pList1"/>
    <dgm:cxn modelId="{9C648523-4A07-4A40-993E-14E868E745C6}" type="presOf" srcId="{BCF5C878-590F-48D9-A39A-940352CE09A7}" destId="{DEA89308-9498-47CD-B8D5-DECB3D4914BE}" srcOrd="0" destOrd="0" presId="urn:microsoft.com/office/officeart/2005/8/layout/pList1"/>
    <dgm:cxn modelId="{99C0864E-2C1F-47D0-8118-54F120233A3F}" srcId="{A9D558D7-EB94-4221-8BFA-D44B2597E63B}" destId="{BCF5C878-590F-48D9-A39A-940352CE09A7}" srcOrd="1" destOrd="0" parTransId="{14F36972-0A43-401A-94FF-2083551A12F2}" sibTransId="{A8E022BE-54C0-48AC-B4DC-4E5FBF25D0AC}"/>
    <dgm:cxn modelId="{B4E0208B-0008-4240-9C63-5FC24BCCB76D}" type="presParOf" srcId="{279AFC02-263F-4CEA-9AF3-EBD5D380BE0B}" destId="{0EC9DA1E-AFFA-4213-9DB7-F7C1DF67A503}" srcOrd="0" destOrd="0" presId="urn:microsoft.com/office/officeart/2005/8/layout/pList1"/>
    <dgm:cxn modelId="{ECCA8CB5-77E3-4718-A227-695AE78B2E01}" type="presParOf" srcId="{0EC9DA1E-AFFA-4213-9DB7-F7C1DF67A503}" destId="{7EEF4C05-AF26-4B19-872A-7755E6427BA5}" srcOrd="0" destOrd="0" presId="urn:microsoft.com/office/officeart/2005/8/layout/pList1"/>
    <dgm:cxn modelId="{2DC73907-42AD-4631-B053-1B6446FBE683}" type="presParOf" srcId="{0EC9DA1E-AFFA-4213-9DB7-F7C1DF67A503}" destId="{16DD3797-E251-43D9-B882-6401DD8AEED2}" srcOrd="1" destOrd="0" presId="urn:microsoft.com/office/officeart/2005/8/layout/pList1"/>
    <dgm:cxn modelId="{35A0E22F-04DE-4F71-8031-8E010C013836}" type="presParOf" srcId="{279AFC02-263F-4CEA-9AF3-EBD5D380BE0B}" destId="{D6BF900D-5825-4478-B45A-619128F7BFC2}" srcOrd="1" destOrd="0" presId="urn:microsoft.com/office/officeart/2005/8/layout/pList1"/>
    <dgm:cxn modelId="{9B880B49-E927-4421-B287-AEFF426DA746}" type="presParOf" srcId="{279AFC02-263F-4CEA-9AF3-EBD5D380BE0B}" destId="{CB233FF1-806A-4314-A353-5C8EDE5F8E42}" srcOrd="2" destOrd="0" presId="urn:microsoft.com/office/officeart/2005/8/layout/pList1"/>
    <dgm:cxn modelId="{C60494B6-63DC-443F-8640-E0AE79FB7C1E}" type="presParOf" srcId="{CB233FF1-806A-4314-A353-5C8EDE5F8E42}" destId="{EDA4EACD-E4D4-4BCA-99F3-3D516199EF3C}" srcOrd="0" destOrd="0" presId="urn:microsoft.com/office/officeart/2005/8/layout/pList1"/>
    <dgm:cxn modelId="{AFAA8D89-EBB8-4600-8289-6FFDBF87017F}" type="presParOf" srcId="{CB233FF1-806A-4314-A353-5C8EDE5F8E42}" destId="{DEA89308-9498-47CD-B8D5-DECB3D4914BE}" srcOrd="1" destOrd="0" presId="urn:microsoft.com/office/officeart/2005/8/layout/pList1"/>
    <dgm:cxn modelId="{6D94F6E2-3CE0-46D7-BE35-E318D7545F18}" type="presParOf" srcId="{279AFC02-263F-4CEA-9AF3-EBD5D380BE0B}" destId="{A3F774ED-FD1D-4F57-A017-D5013EE00D74}" srcOrd="3" destOrd="0" presId="urn:microsoft.com/office/officeart/2005/8/layout/pList1"/>
    <dgm:cxn modelId="{7652B37B-368D-4B30-A74F-087890CA94B4}" type="presParOf" srcId="{279AFC02-263F-4CEA-9AF3-EBD5D380BE0B}" destId="{D7889964-26CA-489A-92BC-C4864434E0AE}" srcOrd="4" destOrd="0" presId="urn:microsoft.com/office/officeart/2005/8/layout/pList1"/>
    <dgm:cxn modelId="{694825B7-3CEB-4D70-8064-2596E4A886D4}" type="presParOf" srcId="{D7889964-26CA-489A-92BC-C4864434E0AE}" destId="{A5D1EF8B-6975-46D5-BC38-220CE4BE32C2}" srcOrd="0" destOrd="0" presId="urn:microsoft.com/office/officeart/2005/8/layout/pList1"/>
    <dgm:cxn modelId="{FE56CC7E-2761-48DB-8328-8306B9A6556C}" type="presParOf" srcId="{D7889964-26CA-489A-92BC-C4864434E0AE}" destId="{66EBDCD7-EB43-4C20-B9F8-55C34B0A81B8}"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FA6A8B-556F-4B12-A876-6BEB060869A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7F118EA0-1BDF-4C12-A106-D8AE7A7C739A}">
      <dgm:prSet phldrT="[Text]"/>
      <dgm:spPr/>
      <dgm:t>
        <a:bodyPr/>
        <a:lstStyle/>
        <a:p>
          <a:r>
            <a:rPr lang="en-US" dirty="0" smtClean="0">
              <a:latin typeface="Arial Rounded MT Bold" panose="020F0704030504030204" pitchFamily="34" charset="0"/>
            </a:rPr>
            <a:t>Precise monitoring </a:t>
          </a:r>
          <a:endParaRPr lang="en-US" dirty="0">
            <a:latin typeface="Arial Rounded MT Bold" panose="020F0704030504030204" pitchFamily="34" charset="0"/>
          </a:endParaRPr>
        </a:p>
      </dgm:t>
    </dgm:pt>
    <dgm:pt modelId="{525D965B-9E56-49A8-A997-3B2F6671F6C4}" type="parTrans" cxnId="{30B0CB44-5F9A-4B38-931A-D72227643F1D}">
      <dgm:prSet/>
      <dgm:spPr/>
      <dgm:t>
        <a:bodyPr/>
        <a:lstStyle/>
        <a:p>
          <a:endParaRPr lang="en-US"/>
        </a:p>
      </dgm:t>
    </dgm:pt>
    <dgm:pt modelId="{CD35E56D-5508-4632-99E1-229D8C2167D4}" type="sibTrans" cxnId="{30B0CB44-5F9A-4B38-931A-D72227643F1D}">
      <dgm:prSet/>
      <dgm:spPr/>
      <dgm:t>
        <a:bodyPr/>
        <a:lstStyle/>
        <a:p>
          <a:endParaRPr lang="en-US"/>
        </a:p>
      </dgm:t>
    </dgm:pt>
    <dgm:pt modelId="{23FDB02F-5CC6-4C71-A1F4-F44CC5898ED5}">
      <dgm:prSet phldrT="[Text]"/>
      <dgm:spPr/>
      <dgm:t>
        <a:bodyPr/>
        <a:lstStyle/>
        <a:p>
          <a:r>
            <a:rPr lang="en-US" dirty="0" smtClean="0"/>
            <a:t>​Uses high-quality sensors to track temperature and humidity with extreme accuracy.</a:t>
          </a:r>
          <a:endParaRPr lang="en-US" dirty="0"/>
        </a:p>
      </dgm:t>
    </dgm:pt>
    <dgm:pt modelId="{4057D563-5648-4F91-A7F5-E99394B7F5BF}" type="parTrans" cxnId="{EAEF142C-9217-45E6-AAE1-29C5106C7142}">
      <dgm:prSet/>
      <dgm:spPr/>
      <dgm:t>
        <a:bodyPr/>
        <a:lstStyle/>
        <a:p>
          <a:endParaRPr lang="en-US"/>
        </a:p>
      </dgm:t>
    </dgm:pt>
    <dgm:pt modelId="{6EA23F13-E5C3-4492-AE87-ED52B374899E}" type="sibTrans" cxnId="{EAEF142C-9217-45E6-AAE1-29C5106C7142}">
      <dgm:prSet/>
      <dgm:spPr/>
      <dgm:t>
        <a:bodyPr/>
        <a:lstStyle/>
        <a:p>
          <a:endParaRPr lang="en-US"/>
        </a:p>
      </dgm:t>
    </dgm:pt>
    <dgm:pt modelId="{D0271430-2A00-4A8F-A3F4-42F728377C62}">
      <dgm:prSet phldrT="[Text]" phldr="1"/>
      <dgm:spPr/>
      <dgm:t>
        <a:bodyPr/>
        <a:lstStyle/>
        <a:p>
          <a:endParaRPr lang="en-US"/>
        </a:p>
      </dgm:t>
    </dgm:pt>
    <dgm:pt modelId="{36BA5707-CC15-469B-B2BB-F7276E90615B}" type="parTrans" cxnId="{D17EF7A1-000A-4A14-8960-22A5D43EFB6C}">
      <dgm:prSet/>
      <dgm:spPr/>
      <dgm:t>
        <a:bodyPr/>
        <a:lstStyle/>
        <a:p>
          <a:endParaRPr lang="en-US"/>
        </a:p>
      </dgm:t>
    </dgm:pt>
    <dgm:pt modelId="{C16F2B8F-45CB-474C-BA12-F4ACC7732A74}" type="sibTrans" cxnId="{D17EF7A1-000A-4A14-8960-22A5D43EFB6C}">
      <dgm:prSet/>
      <dgm:spPr/>
      <dgm:t>
        <a:bodyPr/>
        <a:lstStyle/>
        <a:p>
          <a:endParaRPr lang="en-US"/>
        </a:p>
      </dgm:t>
    </dgm:pt>
    <dgm:pt modelId="{B656E217-265D-4CDE-9D60-584624603F8E}">
      <dgm:prSet phldrT="[Text]"/>
      <dgm:spPr/>
      <dgm:t>
        <a:bodyPr/>
        <a:lstStyle/>
        <a:p>
          <a:r>
            <a:rPr lang="en-US" dirty="0" smtClean="0">
              <a:latin typeface="Arial Rounded MT Bold" panose="020F0704030504030204" pitchFamily="34" charset="0"/>
            </a:rPr>
            <a:t>Cloud</a:t>
          </a:r>
          <a:r>
            <a:rPr lang="en-US" baseline="0" dirty="0" smtClean="0">
              <a:latin typeface="Arial Rounded MT Bold" panose="020F0704030504030204" pitchFamily="34" charset="0"/>
            </a:rPr>
            <a:t> connectivity</a:t>
          </a:r>
          <a:endParaRPr lang="en-US" dirty="0">
            <a:latin typeface="Arial Rounded MT Bold" panose="020F0704030504030204" pitchFamily="34" charset="0"/>
          </a:endParaRPr>
        </a:p>
      </dgm:t>
    </dgm:pt>
    <dgm:pt modelId="{1263F192-30AB-4950-AAE0-50A4151737C5}" type="parTrans" cxnId="{95AE3B1A-AB52-4F89-8ED1-528749F0F869}">
      <dgm:prSet/>
      <dgm:spPr/>
      <dgm:t>
        <a:bodyPr/>
        <a:lstStyle/>
        <a:p>
          <a:endParaRPr lang="en-US"/>
        </a:p>
      </dgm:t>
    </dgm:pt>
    <dgm:pt modelId="{BE3B877A-7251-4E29-87E2-1D94D9782ED2}" type="sibTrans" cxnId="{95AE3B1A-AB52-4F89-8ED1-528749F0F869}">
      <dgm:prSet/>
      <dgm:spPr/>
      <dgm:t>
        <a:bodyPr/>
        <a:lstStyle/>
        <a:p>
          <a:endParaRPr lang="en-US"/>
        </a:p>
      </dgm:t>
    </dgm:pt>
    <dgm:pt modelId="{209D05FA-BA23-4AF6-80CD-E5CBB17BC9EC}">
      <dgm:prSet phldrT="[Text]"/>
      <dgm:spPr/>
      <dgm:t>
        <a:bodyPr/>
        <a:lstStyle/>
        <a:p>
          <a:r>
            <a:rPr lang="en-US" dirty="0" smtClean="0"/>
            <a:t>Automatically syncs data to the cloud for 24/7 remote access.</a:t>
          </a:r>
          <a:endParaRPr lang="en-US" dirty="0"/>
        </a:p>
      </dgm:t>
    </dgm:pt>
    <dgm:pt modelId="{582ECB98-B1EB-4DEF-9309-8F8E7DF98931}" type="parTrans" cxnId="{E577A6AF-8126-4ADD-9705-7A822D47178A}">
      <dgm:prSet/>
      <dgm:spPr/>
      <dgm:t>
        <a:bodyPr/>
        <a:lstStyle/>
        <a:p>
          <a:endParaRPr lang="en-US"/>
        </a:p>
      </dgm:t>
    </dgm:pt>
    <dgm:pt modelId="{9BA33F23-5EDA-4D98-BFAC-6F403DA2E4C2}" type="sibTrans" cxnId="{E577A6AF-8126-4ADD-9705-7A822D47178A}">
      <dgm:prSet/>
      <dgm:spPr/>
      <dgm:t>
        <a:bodyPr/>
        <a:lstStyle/>
        <a:p>
          <a:endParaRPr lang="en-US"/>
        </a:p>
      </dgm:t>
    </dgm:pt>
    <dgm:pt modelId="{7278EC33-BC8F-4833-BBBC-E5F10471F4A9}">
      <dgm:prSet phldrT="[Text]"/>
      <dgm:spPr/>
      <dgm:t>
        <a:bodyPr/>
        <a:lstStyle/>
        <a:p>
          <a:r>
            <a:rPr lang="en-US" dirty="0" smtClean="0">
              <a:latin typeface="Arial Rounded MT Bold" panose="020F0704030504030204" pitchFamily="34" charset="0"/>
            </a:rPr>
            <a:t>Smart alerts</a:t>
          </a:r>
          <a:endParaRPr lang="en-US" dirty="0">
            <a:latin typeface="Arial Rounded MT Bold" panose="020F0704030504030204" pitchFamily="34" charset="0"/>
          </a:endParaRPr>
        </a:p>
      </dgm:t>
    </dgm:pt>
    <dgm:pt modelId="{2B06B1E2-5F10-4F72-829F-E0A0668987C7}" type="parTrans" cxnId="{5C8B7CD2-69A7-438E-B3DB-19E894C5A5E0}">
      <dgm:prSet/>
      <dgm:spPr/>
      <dgm:t>
        <a:bodyPr/>
        <a:lstStyle/>
        <a:p>
          <a:endParaRPr lang="en-US"/>
        </a:p>
      </dgm:t>
    </dgm:pt>
    <dgm:pt modelId="{C1876E21-B37D-4F7D-95D6-F6AF19F61D59}" type="sibTrans" cxnId="{5C8B7CD2-69A7-438E-B3DB-19E894C5A5E0}">
      <dgm:prSet/>
      <dgm:spPr/>
      <dgm:t>
        <a:bodyPr/>
        <a:lstStyle/>
        <a:p>
          <a:endParaRPr lang="en-US"/>
        </a:p>
      </dgm:t>
    </dgm:pt>
    <dgm:pt modelId="{85DB4535-234D-4096-AF31-AA3B3694F267}">
      <dgm:prSet phldrT="[Text]"/>
      <dgm:spPr/>
      <dgm:t>
        <a:bodyPr/>
        <a:lstStyle/>
        <a:p>
          <a:r>
            <a:rPr lang="en-US" dirty="0" smtClean="0"/>
            <a:t>Sends instant notifications if conditions ever go outside of safe limits.</a:t>
          </a:r>
          <a:endParaRPr lang="en-US" dirty="0"/>
        </a:p>
      </dgm:t>
    </dgm:pt>
    <dgm:pt modelId="{8CC6A963-9C90-4ADD-AF4C-C06F792FFCB4}" type="parTrans" cxnId="{78E0C6F4-6CE9-44F0-9DC0-082D2CE821DD}">
      <dgm:prSet/>
      <dgm:spPr/>
      <dgm:t>
        <a:bodyPr/>
        <a:lstStyle/>
        <a:p>
          <a:endParaRPr lang="en-US"/>
        </a:p>
      </dgm:t>
    </dgm:pt>
    <dgm:pt modelId="{A3732A19-6938-4FD6-ABF9-9E4358C6013B}" type="sibTrans" cxnId="{78E0C6F4-6CE9-44F0-9DC0-082D2CE821DD}">
      <dgm:prSet/>
      <dgm:spPr/>
      <dgm:t>
        <a:bodyPr/>
        <a:lstStyle/>
        <a:p>
          <a:endParaRPr lang="en-US"/>
        </a:p>
      </dgm:t>
    </dgm:pt>
    <dgm:pt modelId="{7B1DF6D0-62C4-4F58-AAEF-4A47A1DA9142}">
      <dgm:prSet/>
      <dgm:spPr/>
      <dgm:t>
        <a:bodyPr/>
        <a:lstStyle/>
        <a:p>
          <a:r>
            <a:rPr lang="en-US" dirty="0" smtClean="0"/>
            <a:t>​Keeps a constant watch on conditions to ensure food stays fresh.</a:t>
          </a:r>
          <a:endParaRPr lang="en-US" dirty="0"/>
        </a:p>
      </dgm:t>
    </dgm:pt>
    <dgm:pt modelId="{767C22C4-2747-433A-AB5D-59A4181C3CB6}" type="parTrans" cxnId="{B7C55E11-E2CB-42AB-817B-1F89D6F1FE4E}">
      <dgm:prSet/>
      <dgm:spPr/>
      <dgm:t>
        <a:bodyPr/>
        <a:lstStyle/>
        <a:p>
          <a:endParaRPr lang="en-US"/>
        </a:p>
      </dgm:t>
    </dgm:pt>
    <dgm:pt modelId="{9A24C681-3E43-4203-BCF4-718E78DA8EBF}" type="sibTrans" cxnId="{B7C55E11-E2CB-42AB-817B-1F89D6F1FE4E}">
      <dgm:prSet/>
      <dgm:spPr/>
      <dgm:t>
        <a:bodyPr/>
        <a:lstStyle/>
        <a:p>
          <a:endParaRPr lang="en-US"/>
        </a:p>
      </dgm:t>
    </dgm:pt>
    <dgm:pt modelId="{1138F007-57F8-4F69-B7EC-AB73962FCDA7}">
      <dgm:prSet/>
      <dgm:spPr/>
      <dgm:t>
        <a:bodyPr/>
        <a:lstStyle/>
        <a:p>
          <a:r>
            <a:rPr lang="en-US" dirty="0" smtClean="0"/>
            <a:t>​Easily plugs into your existing warehouse system without any complex setup.</a:t>
          </a:r>
          <a:endParaRPr lang="en-US" dirty="0"/>
        </a:p>
      </dgm:t>
    </dgm:pt>
    <dgm:pt modelId="{255F9535-88F2-4A31-BB1E-70FE958C6E16}" type="parTrans" cxnId="{D83D7E2F-3D40-4737-B24C-710413B5FE4C}">
      <dgm:prSet/>
      <dgm:spPr/>
      <dgm:t>
        <a:bodyPr/>
        <a:lstStyle/>
        <a:p>
          <a:endParaRPr lang="en-US"/>
        </a:p>
      </dgm:t>
    </dgm:pt>
    <dgm:pt modelId="{C6540CCC-D49B-4141-9949-DFD7C630C742}" type="sibTrans" cxnId="{D83D7E2F-3D40-4737-B24C-710413B5FE4C}">
      <dgm:prSet/>
      <dgm:spPr/>
      <dgm:t>
        <a:bodyPr/>
        <a:lstStyle/>
        <a:p>
          <a:endParaRPr lang="en-US"/>
        </a:p>
      </dgm:t>
    </dgm:pt>
    <dgm:pt modelId="{954BBFBE-8D76-45CC-8159-0A5D3DC77F06}">
      <dgm:prSet/>
      <dgm:spPr/>
      <dgm:t>
        <a:bodyPr/>
        <a:lstStyle/>
        <a:p>
          <a:endParaRPr lang="en-US" dirty="0"/>
        </a:p>
      </dgm:t>
    </dgm:pt>
    <dgm:pt modelId="{40B3AB62-579E-4864-8E3B-35D9496C84E3}" type="parTrans" cxnId="{560272B4-8CBE-4B48-B32C-A2FF669771ED}">
      <dgm:prSet/>
      <dgm:spPr/>
      <dgm:t>
        <a:bodyPr/>
        <a:lstStyle/>
        <a:p>
          <a:endParaRPr lang="en-US"/>
        </a:p>
      </dgm:t>
    </dgm:pt>
    <dgm:pt modelId="{062FEABE-459D-4FDA-9878-784A9B597412}" type="sibTrans" cxnId="{560272B4-8CBE-4B48-B32C-A2FF669771ED}">
      <dgm:prSet/>
      <dgm:spPr/>
      <dgm:t>
        <a:bodyPr/>
        <a:lstStyle/>
        <a:p>
          <a:endParaRPr lang="en-US"/>
        </a:p>
      </dgm:t>
    </dgm:pt>
    <dgm:pt modelId="{E6CC0B3B-887A-4BB1-AA4C-3A8B5A6C8B00}">
      <dgm:prSet/>
      <dgm:spPr/>
      <dgm:t>
        <a:bodyPr/>
        <a:lstStyle/>
        <a:p>
          <a:r>
            <a:rPr lang="en-US" dirty="0" smtClean="0"/>
            <a:t>​Helps staff stop spoilage before it happens by acting fast.</a:t>
          </a:r>
          <a:endParaRPr lang="en-US" dirty="0"/>
        </a:p>
      </dgm:t>
    </dgm:pt>
    <dgm:pt modelId="{DD9BB186-08AE-471B-8134-601634F589C3}" type="parTrans" cxnId="{759E25D3-8FC8-4455-8567-558D23DB6571}">
      <dgm:prSet/>
      <dgm:spPr/>
      <dgm:t>
        <a:bodyPr/>
        <a:lstStyle/>
        <a:p>
          <a:endParaRPr lang="en-US"/>
        </a:p>
      </dgm:t>
    </dgm:pt>
    <dgm:pt modelId="{C004EA44-DC7A-4BC4-BD6E-FCDA76D48521}" type="sibTrans" cxnId="{759E25D3-8FC8-4455-8567-558D23DB6571}">
      <dgm:prSet/>
      <dgm:spPr/>
      <dgm:t>
        <a:bodyPr/>
        <a:lstStyle/>
        <a:p>
          <a:endParaRPr lang="en-US"/>
        </a:p>
      </dgm:t>
    </dgm:pt>
    <dgm:pt modelId="{56D6272E-A8B8-4F0A-A027-3B1CA06E2A0D}" type="pres">
      <dgm:prSet presAssocID="{4CFA6A8B-556F-4B12-A876-6BEB060869A8}" presName="Name0" presStyleCnt="0">
        <dgm:presLayoutVars>
          <dgm:dir/>
          <dgm:animLvl val="lvl"/>
          <dgm:resizeHandles val="exact"/>
        </dgm:presLayoutVars>
      </dgm:prSet>
      <dgm:spPr/>
      <dgm:t>
        <a:bodyPr/>
        <a:lstStyle/>
        <a:p>
          <a:endParaRPr lang="en-US"/>
        </a:p>
      </dgm:t>
    </dgm:pt>
    <dgm:pt modelId="{71006202-6FB3-45EC-93BE-3B0C46715305}" type="pres">
      <dgm:prSet presAssocID="{7F118EA0-1BDF-4C12-A106-D8AE7A7C739A}" presName="linNode" presStyleCnt="0"/>
      <dgm:spPr/>
    </dgm:pt>
    <dgm:pt modelId="{DF488C57-E1E8-4AAC-9B11-83DAC731369C}" type="pres">
      <dgm:prSet presAssocID="{7F118EA0-1BDF-4C12-A106-D8AE7A7C739A}" presName="parentText" presStyleLbl="node1" presStyleIdx="0" presStyleCnt="3">
        <dgm:presLayoutVars>
          <dgm:chMax val="1"/>
          <dgm:bulletEnabled val="1"/>
        </dgm:presLayoutVars>
      </dgm:prSet>
      <dgm:spPr/>
      <dgm:t>
        <a:bodyPr/>
        <a:lstStyle/>
        <a:p>
          <a:endParaRPr lang="en-US"/>
        </a:p>
      </dgm:t>
    </dgm:pt>
    <dgm:pt modelId="{CF16611D-49C9-43F6-AF5C-FE81AF56132B}" type="pres">
      <dgm:prSet presAssocID="{7F118EA0-1BDF-4C12-A106-D8AE7A7C739A}" presName="descendantText" presStyleLbl="alignAccFollowNode1" presStyleIdx="0" presStyleCnt="3">
        <dgm:presLayoutVars>
          <dgm:bulletEnabled val="1"/>
        </dgm:presLayoutVars>
      </dgm:prSet>
      <dgm:spPr/>
      <dgm:t>
        <a:bodyPr/>
        <a:lstStyle/>
        <a:p>
          <a:endParaRPr lang="en-US"/>
        </a:p>
      </dgm:t>
    </dgm:pt>
    <dgm:pt modelId="{E59025E9-164B-46C4-B481-73AAC0655FD0}" type="pres">
      <dgm:prSet presAssocID="{CD35E56D-5508-4632-99E1-229D8C2167D4}" presName="sp" presStyleCnt="0"/>
      <dgm:spPr/>
    </dgm:pt>
    <dgm:pt modelId="{61DE169F-EA0F-4273-9D03-378A9E8E1F81}" type="pres">
      <dgm:prSet presAssocID="{B656E217-265D-4CDE-9D60-584624603F8E}" presName="linNode" presStyleCnt="0"/>
      <dgm:spPr/>
    </dgm:pt>
    <dgm:pt modelId="{A09B0083-62F3-428C-BEC3-14A75742F3A3}" type="pres">
      <dgm:prSet presAssocID="{B656E217-265D-4CDE-9D60-584624603F8E}" presName="parentText" presStyleLbl="node1" presStyleIdx="1" presStyleCnt="3">
        <dgm:presLayoutVars>
          <dgm:chMax val="1"/>
          <dgm:bulletEnabled val="1"/>
        </dgm:presLayoutVars>
      </dgm:prSet>
      <dgm:spPr/>
      <dgm:t>
        <a:bodyPr/>
        <a:lstStyle/>
        <a:p>
          <a:endParaRPr lang="en-US"/>
        </a:p>
      </dgm:t>
    </dgm:pt>
    <dgm:pt modelId="{51A76ED3-12A4-453D-BC8A-A2EBCDB89513}" type="pres">
      <dgm:prSet presAssocID="{B656E217-265D-4CDE-9D60-584624603F8E}" presName="descendantText" presStyleLbl="alignAccFollowNode1" presStyleIdx="1" presStyleCnt="3">
        <dgm:presLayoutVars>
          <dgm:bulletEnabled val="1"/>
        </dgm:presLayoutVars>
      </dgm:prSet>
      <dgm:spPr/>
      <dgm:t>
        <a:bodyPr/>
        <a:lstStyle/>
        <a:p>
          <a:endParaRPr lang="en-US"/>
        </a:p>
      </dgm:t>
    </dgm:pt>
    <dgm:pt modelId="{394568B4-5958-4D9F-9D4E-D165519E69C8}" type="pres">
      <dgm:prSet presAssocID="{BE3B877A-7251-4E29-87E2-1D94D9782ED2}" presName="sp" presStyleCnt="0"/>
      <dgm:spPr/>
    </dgm:pt>
    <dgm:pt modelId="{FA9A7363-F12D-4AD8-9E97-AC8FB1A4830E}" type="pres">
      <dgm:prSet presAssocID="{7278EC33-BC8F-4833-BBBC-E5F10471F4A9}" presName="linNode" presStyleCnt="0"/>
      <dgm:spPr/>
    </dgm:pt>
    <dgm:pt modelId="{15959E28-2F03-44B6-AB6D-753882F1E6F0}" type="pres">
      <dgm:prSet presAssocID="{7278EC33-BC8F-4833-BBBC-E5F10471F4A9}" presName="parentText" presStyleLbl="node1" presStyleIdx="2" presStyleCnt="3">
        <dgm:presLayoutVars>
          <dgm:chMax val="1"/>
          <dgm:bulletEnabled val="1"/>
        </dgm:presLayoutVars>
      </dgm:prSet>
      <dgm:spPr/>
      <dgm:t>
        <a:bodyPr/>
        <a:lstStyle/>
        <a:p>
          <a:endParaRPr lang="en-US"/>
        </a:p>
      </dgm:t>
    </dgm:pt>
    <dgm:pt modelId="{0A241576-6F2D-450E-902A-408C1A537E17}" type="pres">
      <dgm:prSet presAssocID="{7278EC33-BC8F-4833-BBBC-E5F10471F4A9}" presName="descendantText" presStyleLbl="alignAccFollowNode1" presStyleIdx="2" presStyleCnt="3">
        <dgm:presLayoutVars>
          <dgm:bulletEnabled val="1"/>
        </dgm:presLayoutVars>
      </dgm:prSet>
      <dgm:spPr/>
      <dgm:t>
        <a:bodyPr/>
        <a:lstStyle/>
        <a:p>
          <a:endParaRPr lang="en-US"/>
        </a:p>
      </dgm:t>
    </dgm:pt>
  </dgm:ptLst>
  <dgm:cxnLst>
    <dgm:cxn modelId="{560272B4-8CBE-4B48-B32C-A2FF669771ED}" srcId="{7278EC33-BC8F-4833-BBBC-E5F10471F4A9}" destId="{954BBFBE-8D76-45CC-8159-0A5D3DC77F06}" srcOrd="2" destOrd="0" parTransId="{40B3AB62-579E-4864-8E3B-35D9496C84E3}" sibTransId="{062FEABE-459D-4FDA-9878-784A9B597412}"/>
    <dgm:cxn modelId="{D17EF7A1-000A-4A14-8960-22A5D43EFB6C}" srcId="{7F118EA0-1BDF-4C12-A106-D8AE7A7C739A}" destId="{D0271430-2A00-4A8F-A3F4-42F728377C62}" srcOrd="2" destOrd="0" parTransId="{36BA5707-CC15-469B-B2BB-F7276E90615B}" sibTransId="{C16F2B8F-45CB-474C-BA12-F4ACC7732A74}"/>
    <dgm:cxn modelId="{8BD25740-52B0-43E5-8327-F3341B1CA718}" type="presOf" srcId="{B656E217-265D-4CDE-9D60-584624603F8E}" destId="{A09B0083-62F3-428C-BEC3-14A75742F3A3}" srcOrd="0" destOrd="0" presId="urn:microsoft.com/office/officeart/2005/8/layout/vList5"/>
    <dgm:cxn modelId="{759E25D3-8FC8-4455-8567-558D23DB6571}" srcId="{7278EC33-BC8F-4833-BBBC-E5F10471F4A9}" destId="{E6CC0B3B-887A-4BB1-AA4C-3A8B5A6C8B00}" srcOrd="1" destOrd="0" parTransId="{DD9BB186-08AE-471B-8134-601634F589C3}" sibTransId="{C004EA44-DC7A-4BC4-BD6E-FCDA76D48521}"/>
    <dgm:cxn modelId="{7F81A365-A232-4406-A663-FA62BBB82268}" type="presOf" srcId="{85DB4535-234D-4096-AF31-AA3B3694F267}" destId="{0A241576-6F2D-450E-902A-408C1A537E17}" srcOrd="0" destOrd="0" presId="urn:microsoft.com/office/officeart/2005/8/layout/vList5"/>
    <dgm:cxn modelId="{CEFBD6B5-541B-48DA-9AE5-3360051735F7}" type="presOf" srcId="{7B1DF6D0-62C4-4F58-AAEF-4A47A1DA9142}" destId="{CF16611D-49C9-43F6-AF5C-FE81AF56132B}" srcOrd="0" destOrd="1" presId="urn:microsoft.com/office/officeart/2005/8/layout/vList5"/>
    <dgm:cxn modelId="{B7C55E11-E2CB-42AB-817B-1F89D6F1FE4E}" srcId="{7F118EA0-1BDF-4C12-A106-D8AE7A7C739A}" destId="{7B1DF6D0-62C4-4F58-AAEF-4A47A1DA9142}" srcOrd="1" destOrd="0" parTransId="{767C22C4-2747-433A-AB5D-59A4181C3CB6}" sibTransId="{9A24C681-3E43-4203-BCF4-718E78DA8EBF}"/>
    <dgm:cxn modelId="{95AE3B1A-AB52-4F89-8ED1-528749F0F869}" srcId="{4CFA6A8B-556F-4B12-A876-6BEB060869A8}" destId="{B656E217-265D-4CDE-9D60-584624603F8E}" srcOrd="1" destOrd="0" parTransId="{1263F192-30AB-4950-AAE0-50A4151737C5}" sibTransId="{BE3B877A-7251-4E29-87E2-1D94D9782ED2}"/>
    <dgm:cxn modelId="{87CE47F0-11BE-4ADE-936B-49C94EF90997}" type="presOf" srcId="{7278EC33-BC8F-4833-BBBC-E5F10471F4A9}" destId="{15959E28-2F03-44B6-AB6D-753882F1E6F0}" srcOrd="0" destOrd="0" presId="urn:microsoft.com/office/officeart/2005/8/layout/vList5"/>
    <dgm:cxn modelId="{F83554C1-00CC-483B-A90B-2EC780B0B707}" type="presOf" srcId="{E6CC0B3B-887A-4BB1-AA4C-3A8B5A6C8B00}" destId="{0A241576-6F2D-450E-902A-408C1A537E17}" srcOrd="0" destOrd="1" presId="urn:microsoft.com/office/officeart/2005/8/layout/vList5"/>
    <dgm:cxn modelId="{FB411B92-E959-489B-BF88-BAE212EF950D}" type="presOf" srcId="{D0271430-2A00-4A8F-A3F4-42F728377C62}" destId="{CF16611D-49C9-43F6-AF5C-FE81AF56132B}" srcOrd="0" destOrd="2" presId="urn:microsoft.com/office/officeart/2005/8/layout/vList5"/>
    <dgm:cxn modelId="{809E9AFA-4CAF-4D66-836B-179400D3D0BC}" type="presOf" srcId="{23FDB02F-5CC6-4C71-A1F4-F44CC5898ED5}" destId="{CF16611D-49C9-43F6-AF5C-FE81AF56132B}" srcOrd="0" destOrd="0" presId="urn:microsoft.com/office/officeart/2005/8/layout/vList5"/>
    <dgm:cxn modelId="{30B0CB44-5F9A-4B38-931A-D72227643F1D}" srcId="{4CFA6A8B-556F-4B12-A876-6BEB060869A8}" destId="{7F118EA0-1BDF-4C12-A106-D8AE7A7C739A}" srcOrd="0" destOrd="0" parTransId="{525D965B-9E56-49A8-A997-3B2F6671F6C4}" sibTransId="{CD35E56D-5508-4632-99E1-229D8C2167D4}"/>
    <dgm:cxn modelId="{F2248CFA-0AC9-482A-8EDD-D08F9CDC9330}" type="presOf" srcId="{954BBFBE-8D76-45CC-8159-0A5D3DC77F06}" destId="{0A241576-6F2D-450E-902A-408C1A537E17}" srcOrd="0" destOrd="2" presId="urn:microsoft.com/office/officeart/2005/8/layout/vList5"/>
    <dgm:cxn modelId="{695CC57B-6F32-41C4-A0EF-35AAAEB60AE8}" type="presOf" srcId="{7F118EA0-1BDF-4C12-A106-D8AE7A7C739A}" destId="{DF488C57-E1E8-4AAC-9B11-83DAC731369C}" srcOrd="0" destOrd="0" presId="urn:microsoft.com/office/officeart/2005/8/layout/vList5"/>
    <dgm:cxn modelId="{D186C334-32DB-42B1-921B-1EC366F86458}" type="presOf" srcId="{209D05FA-BA23-4AF6-80CD-E5CBB17BC9EC}" destId="{51A76ED3-12A4-453D-BC8A-A2EBCDB89513}" srcOrd="0" destOrd="0" presId="urn:microsoft.com/office/officeart/2005/8/layout/vList5"/>
    <dgm:cxn modelId="{D83D7E2F-3D40-4737-B24C-710413B5FE4C}" srcId="{B656E217-265D-4CDE-9D60-584624603F8E}" destId="{1138F007-57F8-4F69-B7EC-AB73962FCDA7}" srcOrd="1" destOrd="0" parTransId="{255F9535-88F2-4A31-BB1E-70FE958C6E16}" sibTransId="{C6540CCC-D49B-4141-9949-DFD7C630C742}"/>
    <dgm:cxn modelId="{954E61CC-165B-43D5-898F-A9D49A14E586}" type="presOf" srcId="{4CFA6A8B-556F-4B12-A876-6BEB060869A8}" destId="{56D6272E-A8B8-4F0A-A027-3B1CA06E2A0D}" srcOrd="0" destOrd="0" presId="urn:microsoft.com/office/officeart/2005/8/layout/vList5"/>
    <dgm:cxn modelId="{EAEF142C-9217-45E6-AAE1-29C5106C7142}" srcId="{7F118EA0-1BDF-4C12-A106-D8AE7A7C739A}" destId="{23FDB02F-5CC6-4C71-A1F4-F44CC5898ED5}" srcOrd="0" destOrd="0" parTransId="{4057D563-5648-4F91-A7F5-E99394B7F5BF}" sibTransId="{6EA23F13-E5C3-4492-AE87-ED52B374899E}"/>
    <dgm:cxn modelId="{E577A6AF-8126-4ADD-9705-7A822D47178A}" srcId="{B656E217-265D-4CDE-9D60-584624603F8E}" destId="{209D05FA-BA23-4AF6-80CD-E5CBB17BC9EC}" srcOrd="0" destOrd="0" parTransId="{582ECB98-B1EB-4DEF-9309-8F8E7DF98931}" sibTransId="{9BA33F23-5EDA-4D98-BFAC-6F403DA2E4C2}"/>
    <dgm:cxn modelId="{B8A7920E-411E-402C-832F-06947BA708A5}" type="presOf" srcId="{1138F007-57F8-4F69-B7EC-AB73962FCDA7}" destId="{51A76ED3-12A4-453D-BC8A-A2EBCDB89513}" srcOrd="0" destOrd="1" presId="urn:microsoft.com/office/officeart/2005/8/layout/vList5"/>
    <dgm:cxn modelId="{5C8B7CD2-69A7-438E-B3DB-19E894C5A5E0}" srcId="{4CFA6A8B-556F-4B12-A876-6BEB060869A8}" destId="{7278EC33-BC8F-4833-BBBC-E5F10471F4A9}" srcOrd="2" destOrd="0" parTransId="{2B06B1E2-5F10-4F72-829F-E0A0668987C7}" sibTransId="{C1876E21-B37D-4F7D-95D6-F6AF19F61D59}"/>
    <dgm:cxn modelId="{78E0C6F4-6CE9-44F0-9DC0-082D2CE821DD}" srcId="{7278EC33-BC8F-4833-BBBC-E5F10471F4A9}" destId="{85DB4535-234D-4096-AF31-AA3B3694F267}" srcOrd="0" destOrd="0" parTransId="{8CC6A963-9C90-4ADD-AF4C-C06F792FFCB4}" sibTransId="{A3732A19-6938-4FD6-ABF9-9E4358C6013B}"/>
    <dgm:cxn modelId="{8D3CE703-CBB1-4900-8226-9CF627252493}" type="presParOf" srcId="{56D6272E-A8B8-4F0A-A027-3B1CA06E2A0D}" destId="{71006202-6FB3-45EC-93BE-3B0C46715305}" srcOrd="0" destOrd="0" presId="urn:microsoft.com/office/officeart/2005/8/layout/vList5"/>
    <dgm:cxn modelId="{E2441EED-BB91-479B-B05C-21612E684F39}" type="presParOf" srcId="{71006202-6FB3-45EC-93BE-3B0C46715305}" destId="{DF488C57-E1E8-4AAC-9B11-83DAC731369C}" srcOrd="0" destOrd="0" presId="urn:microsoft.com/office/officeart/2005/8/layout/vList5"/>
    <dgm:cxn modelId="{C0800028-2E4E-45F4-BAF9-E0E5C3F81D40}" type="presParOf" srcId="{71006202-6FB3-45EC-93BE-3B0C46715305}" destId="{CF16611D-49C9-43F6-AF5C-FE81AF56132B}" srcOrd="1" destOrd="0" presId="urn:microsoft.com/office/officeart/2005/8/layout/vList5"/>
    <dgm:cxn modelId="{204C8DE4-2F68-49B4-B078-3A3AF3E398F6}" type="presParOf" srcId="{56D6272E-A8B8-4F0A-A027-3B1CA06E2A0D}" destId="{E59025E9-164B-46C4-B481-73AAC0655FD0}" srcOrd="1" destOrd="0" presId="urn:microsoft.com/office/officeart/2005/8/layout/vList5"/>
    <dgm:cxn modelId="{C86B4157-A71C-4443-B202-8ADCB5086903}" type="presParOf" srcId="{56D6272E-A8B8-4F0A-A027-3B1CA06E2A0D}" destId="{61DE169F-EA0F-4273-9D03-378A9E8E1F81}" srcOrd="2" destOrd="0" presId="urn:microsoft.com/office/officeart/2005/8/layout/vList5"/>
    <dgm:cxn modelId="{9CB9E5E6-0006-43D2-A368-06324700F89E}" type="presParOf" srcId="{61DE169F-EA0F-4273-9D03-378A9E8E1F81}" destId="{A09B0083-62F3-428C-BEC3-14A75742F3A3}" srcOrd="0" destOrd="0" presId="urn:microsoft.com/office/officeart/2005/8/layout/vList5"/>
    <dgm:cxn modelId="{C9EF8EF2-1F89-48DA-9D5F-81F6F0D7E71C}" type="presParOf" srcId="{61DE169F-EA0F-4273-9D03-378A9E8E1F81}" destId="{51A76ED3-12A4-453D-BC8A-A2EBCDB89513}" srcOrd="1" destOrd="0" presId="urn:microsoft.com/office/officeart/2005/8/layout/vList5"/>
    <dgm:cxn modelId="{B2F9DEE8-897A-4C95-94E1-D3F2F3F49165}" type="presParOf" srcId="{56D6272E-A8B8-4F0A-A027-3B1CA06E2A0D}" destId="{394568B4-5958-4D9F-9D4E-D165519E69C8}" srcOrd="3" destOrd="0" presId="urn:microsoft.com/office/officeart/2005/8/layout/vList5"/>
    <dgm:cxn modelId="{8932866D-90DC-4316-B8D1-EA9CDB8A1EA5}" type="presParOf" srcId="{56D6272E-A8B8-4F0A-A027-3B1CA06E2A0D}" destId="{FA9A7363-F12D-4AD8-9E97-AC8FB1A4830E}" srcOrd="4" destOrd="0" presId="urn:microsoft.com/office/officeart/2005/8/layout/vList5"/>
    <dgm:cxn modelId="{9B2E69AE-E5C9-45EB-9B80-95280E47A8AF}" type="presParOf" srcId="{FA9A7363-F12D-4AD8-9E97-AC8FB1A4830E}" destId="{15959E28-2F03-44B6-AB6D-753882F1E6F0}" srcOrd="0" destOrd="0" presId="urn:microsoft.com/office/officeart/2005/8/layout/vList5"/>
    <dgm:cxn modelId="{53E22CE7-F6E5-4381-BDF8-FCC8F4E87B95}" type="presParOf" srcId="{FA9A7363-F12D-4AD8-9E97-AC8FB1A4830E}" destId="{0A241576-6F2D-450E-902A-408C1A537E1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BD2CACB-155C-4F3A-AAE6-42CC852CB90D}"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7112D92C-4147-4695-AED3-E228A355F74C}">
      <dgm:prSet phldrT="[Text]"/>
      <dgm:spPr/>
      <dgm:t>
        <a:bodyPr/>
        <a:lstStyle/>
        <a:p>
          <a:r>
            <a:rPr lang="en-US" dirty="0" smtClean="0">
              <a:latin typeface="Arial Black" panose="020B0A04020102020204" pitchFamily="34" charset="0"/>
            </a:rPr>
            <a:t>Core controller &amp; Connectivity</a:t>
          </a:r>
          <a:endParaRPr lang="en-US" dirty="0">
            <a:latin typeface="Arial Black" panose="020B0A04020102020204" pitchFamily="34" charset="0"/>
          </a:endParaRPr>
        </a:p>
      </dgm:t>
    </dgm:pt>
    <dgm:pt modelId="{761FF0B6-FD70-4D46-96A7-B6DAD4F9D5F4}" type="parTrans" cxnId="{7DA1261C-C826-4095-B104-CFC10B08FDE1}">
      <dgm:prSet/>
      <dgm:spPr/>
      <dgm:t>
        <a:bodyPr/>
        <a:lstStyle/>
        <a:p>
          <a:endParaRPr lang="en-US"/>
        </a:p>
      </dgm:t>
    </dgm:pt>
    <dgm:pt modelId="{5103BFBC-73C7-4C69-A669-936F01E72AFC}" type="sibTrans" cxnId="{7DA1261C-C826-4095-B104-CFC10B08FDE1}">
      <dgm:prSet/>
      <dgm:spPr/>
      <dgm:t>
        <a:bodyPr/>
        <a:lstStyle/>
        <a:p>
          <a:endParaRPr lang="en-US"/>
        </a:p>
      </dgm:t>
    </dgm:pt>
    <dgm:pt modelId="{3CBFF5AB-A83F-472C-90A6-B9FCF02B543D}">
      <dgm:prSet phldrT="[Text]" custT="1"/>
      <dgm:spPr/>
      <dgm:t>
        <a:bodyPr/>
        <a:lstStyle/>
        <a:p>
          <a:r>
            <a:rPr lang="en-US" sz="2000" dirty="0" smtClean="0">
              <a:latin typeface="Arial Black" panose="020B0A04020102020204" pitchFamily="34" charset="0"/>
            </a:rPr>
            <a:t>ESP32</a:t>
          </a:r>
          <a:endParaRPr lang="en-US" sz="2000" dirty="0">
            <a:latin typeface="Arial Black" panose="020B0A04020102020204" pitchFamily="34" charset="0"/>
          </a:endParaRPr>
        </a:p>
      </dgm:t>
    </dgm:pt>
    <dgm:pt modelId="{6FB06F48-4145-452E-8940-43D9C30518A2}" type="parTrans" cxnId="{3A69FA10-7E44-4E85-8FE0-402BEF56B70D}">
      <dgm:prSet/>
      <dgm:spPr/>
      <dgm:t>
        <a:bodyPr/>
        <a:lstStyle/>
        <a:p>
          <a:endParaRPr lang="en-US"/>
        </a:p>
      </dgm:t>
    </dgm:pt>
    <dgm:pt modelId="{A611D5C6-6A8A-469D-BC00-244B2110FBC0}" type="sibTrans" cxnId="{3A69FA10-7E44-4E85-8FE0-402BEF56B70D}">
      <dgm:prSet/>
      <dgm:spPr/>
      <dgm:t>
        <a:bodyPr/>
        <a:lstStyle/>
        <a:p>
          <a:endParaRPr lang="en-US"/>
        </a:p>
      </dgm:t>
    </dgm:pt>
    <dgm:pt modelId="{C81857C7-799C-432F-B234-DA30D892F43D}">
      <dgm:prSet phldrT="[Text]"/>
      <dgm:spPr/>
      <dgm:t>
        <a:bodyPr/>
        <a:lstStyle/>
        <a:p>
          <a:endParaRPr lang="en-US" sz="500" dirty="0"/>
        </a:p>
      </dgm:t>
    </dgm:pt>
    <dgm:pt modelId="{D99C4F5C-D4E6-4243-9D7F-D2B54DCC9F81}" type="parTrans" cxnId="{E69938BD-0053-423D-A7C8-90170C075851}">
      <dgm:prSet/>
      <dgm:spPr/>
      <dgm:t>
        <a:bodyPr/>
        <a:lstStyle/>
        <a:p>
          <a:endParaRPr lang="en-US"/>
        </a:p>
      </dgm:t>
    </dgm:pt>
    <dgm:pt modelId="{8BA146B7-144B-4C7B-A39C-B79E007F48C9}" type="sibTrans" cxnId="{E69938BD-0053-423D-A7C8-90170C075851}">
      <dgm:prSet/>
      <dgm:spPr/>
      <dgm:t>
        <a:bodyPr/>
        <a:lstStyle/>
        <a:p>
          <a:endParaRPr lang="en-US"/>
        </a:p>
      </dgm:t>
    </dgm:pt>
    <dgm:pt modelId="{845B12F4-D2F8-4B91-B55A-D47CF6C1DBF1}">
      <dgm:prSet phldrT="[Text]"/>
      <dgm:spPr/>
      <dgm:t>
        <a:bodyPr/>
        <a:lstStyle/>
        <a:p>
          <a:r>
            <a:rPr lang="en-US" dirty="0" err="1" smtClean="0">
              <a:latin typeface="Arial Black" panose="020B0A04020102020204" pitchFamily="34" charset="0"/>
            </a:rPr>
            <a:t>Evironmental</a:t>
          </a:r>
          <a:r>
            <a:rPr lang="en-US" dirty="0" smtClean="0">
              <a:latin typeface="Arial Black" panose="020B0A04020102020204" pitchFamily="34" charset="0"/>
            </a:rPr>
            <a:t> Sensing </a:t>
          </a:r>
          <a:r>
            <a:rPr lang="en-US" dirty="0" err="1" smtClean="0">
              <a:latin typeface="Arial Black" panose="020B0A04020102020204" pitchFamily="34" charset="0"/>
            </a:rPr>
            <a:t>siute</a:t>
          </a:r>
          <a:endParaRPr lang="en-US" dirty="0">
            <a:latin typeface="Arial Black" panose="020B0A04020102020204" pitchFamily="34" charset="0"/>
          </a:endParaRPr>
        </a:p>
      </dgm:t>
    </dgm:pt>
    <dgm:pt modelId="{A9A2363F-4233-4F37-8030-7C7C6E5E3DB8}" type="parTrans" cxnId="{5CDC7B59-1F59-4198-A929-3D31523A1477}">
      <dgm:prSet/>
      <dgm:spPr/>
      <dgm:t>
        <a:bodyPr/>
        <a:lstStyle/>
        <a:p>
          <a:endParaRPr lang="en-US"/>
        </a:p>
      </dgm:t>
    </dgm:pt>
    <dgm:pt modelId="{0A8BB2EC-4B53-4F04-AA21-2CDA81F020D9}" type="sibTrans" cxnId="{5CDC7B59-1F59-4198-A929-3D31523A1477}">
      <dgm:prSet/>
      <dgm:spPr/>
      <dgm:t>
        <a:bodyPr/>
        <a:lstStyle/>
        <a:p>
          <a:endParaRPr lang="en-US"/>
        </a:p>
      </dgm:t>
    </dgm:pt>
    <dgm:pt modelId="{BD17AEF3-DD95-4FB1-A98D-69736A788B26}">
      <dgm:prSet phldrT="[Text]" custT="1"/>
      <dgm:spPr/>
      <dgm:t>
        <a:bodyPr/>
        <a:lstStyle/>
        <a:p>
          <a:r>
            <a:rPr lang="en-US" sz="2000" dirty="0" smtClean="0">
              <a:latin typeface="Arial Black" panose="020B0A04020102020204" pitchFamily="34" charset="0"/>
            </a:rPr>
            <a:t>DHT22 sensor</a:t>
          </a:r>
          <a:endParaRPr lang="en-US" sz="2000" dirty="0">
            <a:latin typeface="Arial Black" panose="020B0A04020102020204" pitchFamily="34" charset="0"/>
          </a:endParaRPr>
        </a:p>
      </dgm:t>
    </dgm:pt>
    <dgm:pt modelId="{DF32BC73-4219-4F7E-8BBE-32EB41E45364}" type="parTrans" cxnId="{FF0E39AE-369C-4EE5-8787-8B23C28E1EB3}">
      <dgm:prSet/>
      <dgm:spPr/>
      <dgm:t>
        <a:bodyPr/>
        <a:lstStyle/>
        <a:p>
          <a:endParaRPr lang="en-US"/>
        </a:p>
      </dgm:t>
    </dgm:pt>
    <dgm:pt modelId="{F1F192D1-D3B1-4AFB-91C9-9B36F61176F3}" type="sibTrans" cxnId="{FF0E39AE-369C-4EE5-8787-8B23C28E1EB3}">
      <dgm:prSet/>
      <dgm:spPr/>
      <dgm:t>
        <a:bodyPr/>
        <a:lstStyle/>
        <a:p>
          <a:endParaRPr lang="en-US"/>
        </a:p>
      </dgm:t>
    </dgm:pt>
    <dgm:pt modelId="{7E7CBC54-7AB0-4A34-A8AD-908FA9DAAC43}">
      <dgm:prSet phldrT="[Text]" custT="1"/>
      <dgm:spPr/>
      <dgm:t>
        <a:bodyPr/>
        <a:lstStyle/>
        <a:p>
          <a:r>
            <a:rPr lang="en-US" sz="2000" dirty="0" smtClean="0">
              <a:latin typeface="Arial Black" panose="020B0A04020102020204" pitchFamily="34" charset="0"/>
            </a:rPr>
            <a:t>LDR &amp; resistor</a:t>
          </a:r>
          <a:endParaRPr lang="en-US" sz="2000" dirty="0">
            <a:latin typeface="Arial Black" panose="020B0A04020102020204" pitchFamily="34" charset="0"/>
          </a:endParaRPr>
        </a:p>
      </dgm:t>
    </dgm:pt>
    <dgm:pt modelId="{21ECCF8F-1129-4B80-81E5-943BD269959B}" type="parTrans" cxnId="{553BAE87-6F90-4A93-BD84-CD62219CE242}">
      <dgm:prSet/>
      <dgm:spPr/>
      <dgm:t>
        <a:bodyPr/>
        <a:lstStyle/>
        <a:p>
          <a:endParaRPr lang="en-US"/>
        </a:p>
      </dgm:t>
    </dgm:pt>
    <dgm:pt modelId="{8C986011-7F7A-4B7D-A551-538A339C5D8C}" type="sibTrans" cxnId="{553BAE87-6F90-4A93-BD84-CD62219CE242}">
      <dgm:prSet/>
      <dgm:spPr/>
      <dgm:t>
        <a:bodyPr/>
        <a:lstStyle/>
        <a:p>
          <a:endParaRPr lang="en-US"/>
        </a:p>
      </dgm:t>
    </dgm:pt>
    <dgm:pt modelId="{A471F1FB-D9C3-4BAD-9FC6-C169BCEC2B32}">
      <dgm:prSet phldrT="[Text]" custT="1"/>
      <dgm:spPr/>
      <dgm:t>
        <a:bodyPr/>
        <a:lstStyle/>
        <a:p>
          <a:r>
            <a:rPr lang="en-US" sz="2000" dirty="0" smtClean="0">
              <a:latin typeface="Arial Black" panose="020B0A04020102020204" pitchFamily="34" charset="0"/>
            </a:rPr>
            <a:t>MQ-2 sensor</a:t>
          </a:r>
          <a:endParaRPr lang="en-US" sz="2000" dirty="0">
            <a:latin typeface="Arial Black" panose="020B0A04020102020204" pitchFamily="34" charset="0"/>
          </a:endParaRPr>
        </a:p>
      </dgm:t>
    </dgm:pt>
    <dgm:pt modelId="{B047D047-F4BF-4EB2-BAD3-2ED645B31D1C}" type="parTrans" cxnId="{116E89DB-F6E6-4B10-8334-195951F61345}">
      <dgm:prSet/>
      <dgm:spPr/>
      <dgm:t>
        <a:bodyPr/>
        <a:lstStyle/>
        <a:p>
          <a:endParaRPr lang="en-US"/>
        </a:p>
      </dgm:t>
    </dgm:pt>
    <dgm:pt modelId="{18EC2E74-1072-499C-A10A-91094F61367F}" type="sibTrans" cxnId="{116E89DB-F6E6-4B10-8334-195951F61345}">
      <dgm:prSet/>
      <dgm:spPr/>
      <dgm:t>
        <a:bodyPr/>
        <a:lstStyle/>
        <a:p>
          <a:endParaRPr lang="en-US"/>
        </a:p>
      </dgm:t>
    </dgm:pt>
    <dgm:pt modelId="{42697C83-3FEB-43CC-95B9-5E81B3D186C0}" type="pres">
      <dgm:prSet presAssocID="{ABD2CACB-155C-4F3A-AAE6-42CC852CB90D}" presName="diagram" presStyleCnt="0">
        <dgm:presLayoutVars>
          <dgm:chPref val="1"/>
          <dgm:dir/>
          <dgm:animOne val="branch"/>
          <dgm:animLvl val="lvl"/>
          <dgm:resizeHandles/>
        </dgm:presLayoutVars>
      </dgm:prSet>
      <dgm:spPr/>
      <dgm:t>
        <a:bodyPr/>
        <a:lstStyle/>
        <a:p>
          <a:endParaRPr lang="en-US"/>
        </a:p>
      </dgm:t>
    </dgm:pt>
    <dgm:pt modelId="{35FAE7EB-B761-4025-995B-7BFB28F6EAD0}" type="pres">
      <dgm:prSet presAssocID="{7112D92C-4147-4695-AED3-E228A355F74C}" presName="root" presStyleCnt="0"/>
      <dgm:spPr/>
    </dgm:pt>
    <dgm:pt modelId="{2580C044-3963-4F3F-9E71-38AE20350FDA}" type="pres">
      <dgm:prSet presAssocID="{7112D92C-4147-4695-AED3-E228A355F74C}" presName="rootComposite" presStyleCnt="0"/>
      <dgm:spPr/>
    </dgm:pt>
    <dgm:pt modelId="{13CFE2FE-2ED0-4650-9A46-2BC129CF56E6}" type="pres">
      <dgm:prSet presAssocID="{7112D92C-4147-4695-AED3-E228A355F74C}" presName="rootText" presStyleLbl="node1" presStyleIdx="0" presStyleCnt="2"/>
      <dgm:spPr/>
      <dgm:t>
        <a:bodyPr/>
        <a:lstStyle/>
        <a:p>
          <a:endParaRPr lang="en-US"/>
        </a:p>
      </dgm:t>
    </dgm:pt>
    <dgm:pt modelId="{80AB0AC8-6208-4D07-96A0-E9A60163EE20}" type="pres">
      <dgm:prSet presAssocID="{7112D92C-4147-4695-AED3-E228A355F74C}" presName="rootConnector" presStyleLbl="node1" presStyleIdx="0" presStyleCnt="2"/>
      <dgm:spPr/>
      <dgm:t>
        <a:bodyPr/>
        <a:lstStyle/>
        <a:p>
          <a:endParaRPr lang="en-US"/>
        </a:p>
      </dgm:t>
    </dgm:pt>
    <dgm:pt modelId="{17A0F362-4C34-41A1-8630-1BD34C92521B}" type="pres">
      <dgm:prSet presAssocID="{7112D92C-4147-4695-AED3-E228A355F74C}" presName="childShape" presStyleCnt="0"/>
      <dgm:spPr/>
    </dgm:pt>
    <dgm:pt modelId="{BC86074F-8237-40A1-B2A4-1AF132B69435}" type="pres">
      <dgm:prSet presAssocID="{6FB06F48-4145-452E-8940-43D9C30518A2}" presName="Name13" presStyleLbl="parChTrans1D2" presStyleIdx="0" presStyleCnt="4"/>
      <dgm:spPr/>
      <dgm:t>
        <a:bodyPr/>
        <a:lstStyle/>
        <a:p>
          <a:endParaRPr lang="en-US"/>
        </a:p>
      </dgm:t>
    </dgm:pt>
    <dgm:pt modelId="{05876B53-553D-4AD8-8310-3A3EB6ABFD16}" type="pres">
      <dgm:prSet presAssocID="{3CBFF5AB-A83F-472C-90A6-B9FCF02B543D}" presName="childText" presStyleLbl="bgAcc1" presStyleIdx="0" presStyleCnt="4" custScaleX="99170">
        <dgm:presLayoutVars>
          <dgm:bulletEnabled val="1"/>
        </dgm:presLayoutVars>
      </dgm:prSet>
      <dgm:spPr/>
      <dgm:t>
        <a:bodyPr/>
        <a:lstStyle/>
        <a:p>
          <a:endParaRPr lang="en-US"/>
        </a:p>
      </dgm:t>
    </dgm:pt>
    <dgm:pt modelId="{E03E636A-52AF-4DAE-AF18-57A1C3277EB9}" type="pres">
      <dgm:prSet presAssocID="{845B12F4-D2F8-4B91-B55A-D47CF6C1DBF1}" presName="root" presStyleCnt="0"/>
      <dgm:spPr/>
    </dgm:pt>
    <dgm:pt modelId="{DB9BBF3D-8C6E-447B-B88A-85EB6325BF7A}" type="pres">
      <dgm:prSet presAssocID="{845B12F4-D2F8-4B91-B55A-D47CF6C1DBF1}" presName="rootComposite" presStyleCnt="0"/>
      <dgm:spPr/>
    </dgm:pt>
    <dgm:pt modelId="{C57B962B-FF51-4C7E-993F-6404C39377B4}" type="pres">
      <dgm:prSet presAssocID="{845B12F4-D2F8-4B91-B55A-D47CF6C1DBF1}" presName="rootText" presStyleLbl="node1" presStyleIdx="1" presStyleCnt="2"/>
      <dgm:spPr/>
      <dgm:t>
        <a:bodyPr/>
        <a:lstStyle/>
        <a:p>
          <a:endParaRPr lang="en-US"/>
        </a:p>
      </dgm:t>
    </dgm:pt>
    <dgm:pt modelId="{6D977A3B-89B0-44FA-A7A5-CCB2B2662101}" type="pres">
      <dgm:prSet presAssocID="{845B12F4-D2F8-4B91-B55A-D47CF6C1DBF1}" presName="rootConnector" presStyleLbl="node1" presStyleIdx="1" presStyleCnt="2"/>
      <dgm:spPr/>
      <dgm:t>
        <a:bodyPr/>
        <a:lstStyle/>
        <a:p>
          <a:endParaRPr lang="en-US"/>
        </a:p>
      </dgm:t>
    </dgm:pt>
    <dgm:pt modelId="{C91CA43A-77F2-415E-8A45-67474BF81ED7}" type="pres">
      <dgm:prSet presAssocID="{845B12F4-D2F8-4B91-B55A-D47CF6C1DBF1}" presName="childShape" presStyleCnt="0"/>
      <dgm:spPr/>
    </dgm:pt>
    <dgm:pt modelId="{CACFC7B2-4DC4-4383-9306-EC8CD3C8D92E}" type="pres">
      <dgm:prSet presAssocID="{DF32BC73-4219-4F7E-8BBE-32EB41E45364}" presName="Name13" presStyleLbl="parChTrans1D2" presStyleIdx="1" presStyleCnt="4"/>
      <dgm:spPr/>
      <dgm:t>
        <a:bodyPr/>
        <a:lstStyle/>
        <a:p>
          <a:endParaRPr lang="en-US"/>
        </a:p>
      </dgm:t>
    </dgm:pt>
    <dgm:pt modelId="{92E4D0F0-3BBF-40BC-BF35-4F661125B714}" type="pres">
      <dgm:prSet presAssocID="{BD17AEF3-DD95-4FB1-A98D-69736A788B26}" presName="childText" presStyleLbl="bgAcc1" presStyleIdx="1" presStyleCnt="4" custLinFactNeighborX="4918" custLinFactNeighborY="-874">
        <dgm:presLayoutVars>
          <dgm:bulletEnabled val="1"/>
        </dgm:presLayoutVars>
      </dgm:prSet>
      <dgm:spPr/>
      <dgm:t>
        <a:bodyPr/>
        <a:lstStyle/>
        <a:p>
          <a:endParaRPr lang="en-US"/>
        </a:p>
      </dgm:t>
    </dgm:pt>
    <dgm:pt modelId="{488BF811-44A1-4946-9381-1AC0880A867D}" type="pres">
      <dgm:prSet presAssocID="{B047D047-F4BF-4EB2-BAD3-2ED645B31D1C}" presName="Name13" presStyleLbl="parChTrans1D2" presStyleIdx="2" presStyleCnt="4"/>
      <dgm:spPr/>
      <dgm:t>
        <a:bodyPr/>
        <a:lstStyle/>
        <a:p>
          <a:endParaRPr lang="en-US"/>
        </a:p>
      </dgm:t>
    </dgm:pt>
    <dgm:pt modelId="{4375273C-887B-4A5F-85E0-61080155F179}" type="pres">
      <dgm:prSet presAssocID="{A471F1FB-D9C3-4BAD-9FC6-C169BCEC2B32}" presName="childText" presStyleLbl="bgAcc1" presStyleIdx="2" presStyleCnt="4">
        <dgm:presLayoutVars>
          <dgm:bulletEnabled val="1"/>
        </dgm:presLayoutVars>
      </dgm:prSet>
      <dgm:spPr/>
      <dgm:t>
        <a:bodyPr/>
        <a:lstStyle/>
        <a:p>
          <a:endParaRPr lang="en-US"/>
        </a:p>
      </dgm:t>
    </dgm:pt>
    <dgm:pt modelId="{6F2339BD-354B-4EB5-A3C2-B296F30F60AB}" type="pres">
      <dgm:prSet presAssocID="{21ECCF8F-1129-4B80-81E5-943BD269959B}" presName="Name13" presStyleLbl="parChTrans1D2" presStyleIdx="3" presStyleCnt="4"/>
      <dgm:spPr/>
      <dgm:t>
        <a:bodyPr/>
        <a:lstStyle/>
        <a:p>
          <a:endParaRPr lang="en-US"/>
        </a:p>
      </dgm:t>
    </dgm:pt>
    <dgm:pt modelId="{8B998B35-4346-473B-83A0-80FBEBD93DF2}" type="pres">
      <dgm:prSet presAssocID="{7E7CBC54-7AB0-4A34-A8AD-908FA9DAAC43}" presName="childText" presStyleLbl="bgAcc1" presStyleIdx="3" presStyleCnt="4" custLinFactNeighborX="-998" custLinFactNeighborY="-1422">
        <dgm:presLayoutVars>
          <dgm:bulletEnabled val="1"/>
        </dgm:presLayoutVars>
      </dgm:prSet>
      <dgm:spPr/>
      <dgm:t>
        <a:bodyPr/>
        <a:lstStyle/>
        <a:p>
          <a:endParaRPr lang="en-US"/>
        </a:p>
      </dgm:t>
    </dgm:pt>
  </dgm:ptLst>
  <dgm:cxnLst>
    <dgm:cxn modelId="{B662C781-2F84-4983-8374-DEB0E9D9F2B1}" type="presOf" srcId="{A471F1FB-D9C3-4BAD-9FC6-C169BCEC2B32}" destId="{4375273C-887B-4A5F-85E0-61080155F179}" srcOrd="0" destOrd="0" presId="urn:microsoft.com/office/officeart/2005/8/layout/hierarchy3"/>
    <dgm:cxn modelId="{B2FF86CE-7735-420F-8936-E737FB6DA358}" type="presOf" srcId="{7E7CBC54-7AB0-4A34-A8AD-908FA9DAAC43}" destId="{8B998B35-4346-473B-83A0-80FBEBD93DF2}" srcOrd="0" destOrd="0" presId="urn:microsoft.com/office/officeart/2005/8/layout/hierarchy3"/>
    <dgm:cxn modelId="{E69938BD-0053-423D-A7C8-90170C075851}" srcId="{3CBFF5AB-A83F-472C-90A6-B9FCF02B543D}" destId="{C81857C7-799C-432F-B234-DA30D892F43D}" srcOrd="0" destOrd="0" parTransId="{D99C4F5C-D4E6-4243-9D7F-D2B54DCC9F81}" sibTransId="{8BA146B7-144B-4C7B-A39C-B79E007F48C9}"/>
    <dgm:cxn modelId="{FF0E39AE-369C-4EE5-8787-8B23C28E1EB3}" srcId="{845B12F4-D2F8-4B91-B55A-D47CF6C1DBF1}" destId="{BD17AEF3-DD95-4FB1-A98D-69736A788B26}" srcOrd="0" destOrd="0" parTransId="{DF32BC73-4219-4F7E-8BBE-32EB41E45364}" sibTransId="{F1F192D1-D3B1-4AFB-91C9-9B36F61176F3}"/>
    <dgm:cxn modelId="{7747B4E3-A810-49DD-8284-82127EA75CD3}" type="presOf" srcId="{DF32BC73-4219-4F7E-8BBE-32EB41E45364}" destId="{CACFC7B2-4DC4-4383-9306-EC8CD3C8D92E}" srcOrd="0" destOrd="0" presId="urn:microsoft.com/office/officeart/2005/8/layout/hierarchy3"/>
    <dgm:cxn modelId="{743AC955-FEC7-4F88-A8BE-56D01B2765B6}" type="presOf" srcId="{7112D92C-4147-4695-AED3-E228A355F74C}" destId="{13CFE2FE-2ED0-4650-9A46-2BC129CF56E6}" srcOrd="0" destOrd="0" presId="urn:microsoft.com/office/officeart/2005/8/layout/hierarchy3"/>
    <dgm:cxn modelId="{6DA2D8FA-B7BA-4D7A-ABBA-136AB976A801}" type="presOf" srcId="{C81857C7-799C-432F-B234-DA30D892F43D}" destId="{05876B53-553D-4AD8-8310-3A3EB6ABFD16}" srcOrd="0" destOrd="1" presId="urn:microsoft.com/office/officeart/2005/8/layout/hierarchy3"/>
    <dgm:cxn modelId="{7DA1261C-C826-4095-B104-CFC10B08FDE1}" srcId="{ABD2CACB-155C-4F3A-AAE6-42CC852CB90D}" destId="{7112D92C-4147-4695-AED3-E228A355F74C}" srcOrd="0" destOrd="0" parTransId="{761FF0B6-FD70-4D46-96A7-B6DAD4F9D5F4}" sibTransId="{5103BFBC-73C7-4C69-A669-936F01E72AFC}"/>
    <dgm:cxn modelId="{0CB3BC55-3333-4787-ABFF-A7FC11524011}" type="presOf" srcId="{845B12F4-D2F8-4B91-B55A-D47CF6C1DBF1}" destId="{C57B962B-FF51-4C7E-993F-6404C39377B4}" srcOrd="0" destOrd="0" presId="urn:microsoft.com/office/officeart/2005/8/layout/hierarchy3"/>
    <dgm:cxn modelId="{204746B7-089A-463A-94BE-CB87FA5F7920}" type="presOf" srcId="{21ECCF8F-1129-4B80-81E5-943BD269959B}" destId="{6F2339BD-354B-4EB5-A3C2-B296F30F60AB}" srcOrd="0" destOrd="0" presId="urn:microsoft.com/office/officeart/2005/8/layout/hierarchy3"/>
    <dgm:cxn modelId="{C34A6F60-5258-4F0C-A5D2-525C71C3A0D8}" type="presOf" srcId="{845B12F4-D2F8-4B91-B55A-D47CF6C1DBF1}" destId="{6D977A3B-89B0-44FA-A7A5-CCB2B2662101}" srcOrd="1" destOrd="0" presId="urn:microsoft.com/office/officeart/2005/8/layout/hierarchy3"/>
    <dgm:cxn modelId="{5CDC7B59-1F59-4198-A929-3D31523A1477}" srcId="{ABD2CACB-155C-4F3A-AAE6-42CC852CB90D}" destId="{845B12F4-D2F8-4B91-B55A-D47CF6C1DBF1}" srcOrd="1" destOrd="0" parTransId="{A9A2363F-4233-4F37-8030-7C7C6E5E3DB8}" sibTransId="{0A8BB2EC-4B53-4F04-AA21-2CDA81F020D9}"/>
    <dgm:cxn modelId="{553BAE87-6F90-4A93-BD84-CD62219CE242}" srcId="{845B12F4-D2F8-4B91-B55A-D47CF6C1DBF1}" destId="{7E7CBC54-7AB0-4A34-A8AD-908FA9DAAC43}" srcOrd="2" destOrd="0" parTransId="{21ECCF8F-1129-4B80-81E5-943BD269959B}" sibTransId="{8C986011-7F7A-4B7D-A551-538A339C5D8C}"/>
    <dgm:cxn modelId="{3A69FA10-7E44-4E85-8FE0-402BEF56B70D}" srcId="{7112D92C-4147-4695-AED3-E228A355F74C}" destId="{3CBFF5AB-A83F-472C-90A6-B9FCF02B543D}" srcOrd="0" destOrd="0" parTransId="{6FB06F48-4145-452E-8940-43D9C30518A2}" sibTransId="{A611D5C6-6A8A-469D-BC00-244B2110FBC0}"/>
    <dgm:cxn modelId="{5A8DC13C-89C7-40DF-BCEB-7A67C14E20D2}" type="presOf" srcId="{6FB06F48-4145-452E-8940-43D9C30518A2}" destId="{BC86074F-8237-40A1-B2A4-1AF132B69435}" srcOrd="0" destOrd="0" presId="urn:microsoft.com/office/officeart/2005/8/layout/hierarchy3"/>
    <dgm:cxn modelId="{E1198597-C8C8-4E1A-9FD9-C81F44F9F06D}" type="presOf" srcId="{ABD2CACB-155C-4F3A-AAE6-42CC852CB90D}" destId="{42697C83-3FEB-43CC-95B9-5E81B3D186C0}" srcOrd="0" destOrd="0" presId="urn:microsoft.com/office/officeart/2005/8/layout/hierarchy3"/>
    <dgm:cxn modelId="{116E89DB-F6E6-4B10-8334-195951F61345}" srcId="{845B12F4-D2F8-4B91-B55A-D47CF6C1DBF1}" destId="{A471F1FB-D9C3-4BAD-9FC6-C169BCEC2B32}" srcOrd="1" destOrd="0" parTransId="{B047D047-F4BF-4EB2-BAD3-2ED645B31D1C}" sibTransId="{18EC2E74-1072-499C-A10A-91094F61367F}"/>
    <dgm:cxn modelId="{A6CE9974-D19E-4A7E-A26C-F5699DD1C946}" type="presOf" srcId="{B047D047-F4BF-4EB2-BAD3-2ED645B31D1C}" destId="{488BF811-44A1-4946-9381-1AC0880A867D}" srcOrd="0" destOrd="0" presId="urn:microsoft.com/office/officeart/2005/8/layout/hierarchy3"/>
    <dgm:cxn modelId="{CFD6EC14-88EA-417F-98B2-4063AB0EE176}" type="presOf" srcId="{3CBFF5AB-A83F-472C-90A6-B9FCF02B543D}" destId="{05876B53-553D-4AD8-8310-3A3EB6ABFD16}" srcOrd="0" destOrd="0" presId="urn:microsoft.com/office/officeart/2005/8/layout/hierarchy3"/>
    <dgm:cxn modelId="{BB632C17-804B-4D75-B3F8-A2B4AB5071B5}" type="presOf" srcId="{7112D92C-4147-4695-AED3-E228A355F74C}" destId="{80AB0AC8-6208-4D07-96A0-E9A60163EE20}" srcOrd="1" destOrd="0" presId="urn:microsoft.com/office/officeart/2005/8/layout/hierarchy3"/>
    <dgm:cxn modelId="{3AD6987C-C02C-44CB-987D-0B5F11C7EC03}" type="presOf" srcId="{BD17AEF3-DD95-4FB1-A98D-69736A788B26}" destId="{92E4D0F0-3BBF-40BC-BF35-4F661125B714}" srcOrd="0" destOrd="0" presId="urn:microsoft.com/office/officeart/2005/8/layout/hierarchy3"/>
    <dgm:cxn modelId="{E8B73031-F7FA-4B7A-A61C-0B3BEE89C931}" type="presParOf" srcId="{42697C83-3FEB-43CC-95B9-5E81B3D186C0}" destId="{35FAE7EB-B761-4025-995B-7BFB28F6EAD0}" srcOrd="0" destOrd="0" presId="urn:microsoft.com/office/officeart/2005/8/layout/hierarchy3"/>
    <dgm:cxn modelId="{C4D2E1BA-2B86-4C5D-8BBE-D49CAA91704A}" type="presParOf" srcId="{35FAE7EB-B761-4025-995B-7BFB28F6EAD0}" destId="{2580C044-3963-4F3F-9E71-38AE20350FDA}" srcOrd="0" destOrd="0" presId="urn:microsoft.com/office/officeart/2005/8/layout/hierarchy3"/>
    <dgm:cxn modelId="{D9371AA7-5A3B-44FD-9EED-5E542F1BD94F}" type="presParOf" srcId="{2580C044-3963-4F3F-9E71-38AE20350FDA}" destId="{13CFE2FE-2ED0-4650-9A46-2BC129CF56E6}" srcOrd="0" destOrd="0" presId="urn:microsoft.com/office/officeart/2005/8/layout/hierarchy3"/>
    <dgm:cxn modelId="{0BB390AC-A4CE-430C-9056-E61B5B107F16}" type="presParOf" srcId="{2580C044-3963-4F3F-9E71-38AE20350FDA}" destId="{80AB0AC8-6208-4D07-96A0-E9A60163EE20}" srcOrd="1" destOrd="0" presId="urn:microsoft.com/office/officeart/2005/8/layout/hierarchy3"/>
    <dgm:cxn modelId="{41A68713-F57D-4B5F-B53C-B36DCFCB7E56}" type="presParOf" srcId="{35FAE7EB-B761-4025-995B-7BFB28F6EAD0}" destId="{17A0F362-4C34-41A1-8630-1BD34C92521B}" srcOrd="1" destOrd="0" presId="urn:microsoft.com/office/officeart/2005/8/layout/hierarchy3"/>
    <dgm:cxn modelId="{0F20E54D-A837-42A9-9740-6842C8A21424}" type="presParOf" srcId="{17A0F362-4C34-41A1-8630-1BD34C92521B}" destId="{BC86074F-8237-40A1-B2A4-1AF132B69435}" srcOrd="0" destOrd="0" presId="urn:microsoft.com/office/officeart/2005/8/layout/hierarchy3"/>
    <dgm:cxn modelId="{8FDC97CA-7A55-4510-933A-B0BDEF55C710}" type="presParOf" srcId="{17A0F362-4C34-41A1-8630-1BD34C92521B}" destId="{05876B53-553D-4AD8-8310-3A3EB6ABFD16}" srcOrd="1" destOrd="0" presId="urn:microsoft.com/office/officeart/2005/8/layout/hierarchy3"/>
    <dgm:cxn modelId="{B934D5A0-4FE5-44EA-8278-8AEEAF273880}" type="presParOf" srcId="{42697C83-3FEB-43CC-95B9-5E81B3D186C0}" destId="{E03E636A-52AF-4DAE-AF18-57A1C3277EB9}" srcOrd="1" destOrd="0" presId="urn:microsoft.com/office/officeart/2005/8/layout/hierarchy3"/>
    <dgm:cxn modelId="{3AB6D206-B67E-4FE5-878D-805BEE4A8CD8}" type="presParOf" srcId="{E03E636A-52AF-4DAE-AF18-57A1C3277EB9}" destId="{DB9BBF3D-8C6E-447B-B88A-85EB6325BF7A}" srcOrd="0" destOrd="0" presId="urn:microsoft.com/office/officeart/2005/8/layout/hierarchy3"/>
    <dgm:cxn modelId="{FAF3EC28-651A-4E2F-AC43-2303889B4E08}" type="presParOf" srcId="{DB9BBF3D-8C6E-447B-B88A-85EB6325BF7A}" destId="{C57B962B-FF51-4C7E-993F-6404C39377B4}" srcOrd="0" destOrd="0" presId="urn:microsoft.com/office/officeart/2005/8/layout/hierarchy3"/>
    <dgm:cxn modelId="{F05C35D8-2FD7-4B55-B7CE-1258BCE15552}" type="presParOf" srcId="{DB9BBF3D-8C6E-447B-B88A-85EB6325BF7A}" destId="{6D977A3B-89B0-44FA-A7A5-CCB2B2662101}" srcOrd="1" destOrd="0" presId="urn:microsoft.com/office/officeart/2005/8/layout/hierarchy3"/>
    <dgm:cxn modelId="{9431D3B6-D55F-4C93-A5B7-810B06EE3E1B}" type="presParOf" srcId="{E03E636A-52AF-4DAE-AF18-57A1C3277EB9}" destId="{C91CA43A-77F2-415E-8A45-67474BF81ED7}" srcOrd="1" destOrd="0" presId="urn:microsoft.com/office/officeart/2005/8/layout/hierarchy3"/>
    <dgm:cxn modelId="{46408843-6B82-4C29-95C7-A4186BE140DA}" type="presParOf" srcId="{C91CA43A-77F2-415E-8A45-67474BF81ED7}" destId="{CACFC7B2-4DC4-4383-9306-EC8CD3C8D92E}" srcOrd="0" destOrd="0" presId="urn:microsoft.com/office/officeart/2005/8/layout/hierarchy3"/>
    <dgm:cxn modelId="{A7877D79-774C-4C12-B6C5-9955B0C938EF}" type="presParOf" srcId="{C91CA43A-77F2-415E-8A45-67474BF81ED7}" destId="{92E4D0F0-3BBF-40BC-BF35-4F661125B714}" srcOrd="1" destOrd="0" presId="urn:microsoft.com/office/officeart/2005/8/layout/hierarchy3"/>
    <dgm:cxn modelId="{0DFBA2B0-90A8-46BC-BAEC-917AEFD71BE9}" type="presParOf" srcId="{C91CA43A-77F2-415E-8A45-67474BF81ED7}" destId="{488BF811-44A1-4946-9381-1AC0880A867D}" srcOrd="2" destOrd="0" presId="urn:microsoft.com/office/officeart/2005/8/layout/hierarchy3"/>
    <dgm:cxn modelId="{19B181F5-C1F3-4094-8913-E21ECDD92C41}" type="presParOf" srcId="{C91CA43A-77F2-415E-8A45-67474BF81ED7}" destId="{4375273C-887B-4A5F-85E0-61080155F179}" srcOrd="3" destOrd="0" presId="urn:microsoft.com/office/officeart/2005/8/layout/hierarchy3"/>
    <dgm:cxn modelId="{E8C7A3AE-77D5-4ED4-A9B6-F722C4231846}" type="presParOf" srcId="{C91CA43A-77F2-415E-8A45-67474BF81ED7}" destId="{6F2339BD-354B-4EB5-A3C2-B296F30F60AB}" srcOrd="4" destOrd="0" presId="urn:microsoft.com/office/officeart/2005/8/layout/hierarchy3"/>
    <dgm:cxn modelId="{7436944C-857A-487C-8ACF-7BA93F07E659}" type="presParOf" srcId="{C91CA43A-77F2-415E-8A45-67474BF81ED7}" destId="{8B998B35-4346-473B-83A0-80FBEBD93DF2}"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A472662-5753-4FB5-88E2-87C62FFE814F}"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F1E20E3-36B4-47F5-BB95-7A314B057FE7}">
      <dgm:prSet phldrT="[Text]"/>
      <dgm:spPr/>
      <dgm:t>
        <a:bodyPr/>
        <a:lstStyle/>
        <a:p>
          <a:r>
            <a:rPr lang="en-US" dirty="0" smtClean="0">
              <a:latin typeface="Arial Black" panose="020B0A04020102020204" pitchFamily="34" charset="0"/>
            </a:rPr>
            <a:t>User feedback &amp; infrastructure</a:t>
          </a:r>
          <a:endParaRPr lang="en-US" dirty="0">
            <a:latin typeface="Arial Black" panose="020B0A04020102020204" pitchFamily="34" charset="0"/>
          </a:endParaRPr>
        </a:p>
      </dgm:t>
    </dgm:pt>
    <dgm:pt modelId="{5BAB8DDE-0E8C-4ED5-B980-EC7B26251A8A}" type="parTrans" cxnId="{4E8B348F-BF8F-4AC7-AD94-0ADFC66E9079}">
      <dgm:prSet/>
      <dgm:spPr/>
      <dgm:t>
        <a:bodyPr/>
        <a:lstStyle/>
        <a:p>
          <a:endParaRPr lang="en-US"/>
        </a:p>
      </dgm:t>
    </dgm:pt>
    <dgm:pt modelId="{C028FAC9-945E-44C3-9F94-54B0B33A68AE}" type="sibTrans" cxnId="{4E8B348F-BF8F-4AC7-AD94-0ADFC66E9079}">
      <dgm:prSet/>
      <dgm:spPr/>
      <dgm:t>
        <a:bodyPr/>
        <a:lstStyle/>
        <a:p>
          <a:endParaRPr lang="en-US"/>
        </a:p>
      </dgm:t>
    </dgm:pt>
    <dgm:pt modelId="{2D09BD49-98CF-4608-9DBB-86B9B9333917}">
      <dgm:prSet phldrT="[Text]" custT="1"/>
      <dgm:spPr/>
      <dgm:t>
        <a:bodyPr/>
        <a:lstStyle/>
        <a:p>
          <a:r>
            <a:rPr lang="en-US" sz="2000" dirty="0" smtClean="0">
              <a:latin typeface="Arial Black" panose="020B0A04020102020204" pitchFamily="34" charset="0"/>
            </a:rPr>
            <a:t>OLED display &amp; buzzer</a:t>
          </a:r>
          <a:endParaRPr lang="en-US" sz="2000" dirty="0">
            <a:latin typeface="Arial Black" panose="020B0A04020102020204" pitchFamily="34" charset="0"/>
          </a:endParaRPr>
        </a:p>
      </dgm:t>
    </dgm:pt>
    <dgm:pt modelId="{1B60F68B-D5D2-45E5-969B-0262D2534A9F}" type="parTrans" cxnId="{BE19A9D0-CC14-4F36-99B0-ABA3C73F5B30}">
      <dgm:prSet/>
      <dgm:spPr/>
      <dgm:t>
        <a:bodyPr/>
        <a:lstStyle/>
        <a:p>
          <a:endParaRPr lang="en-US"/>
        </a:p>
      </dgm:t>
    </dgm:pt>
    <dgm:pt modelId="{6B13BE26-FBED-46DE-BE15-F1846E38A85C}" type="sibTrans" cxnId="{BE19A9D0-CC14-4F36-99B0-ABA3C73F5B30}">
      <dgm:prSet/>
      <dgm:spPr/>
      <dgm:t>
        <a:bodyPr/>
        <a:lstStyle/>
        <a:p>
          <a:endParaRPr lang="en-US"/>
        </a:p>
      </dgm:t>
    </dgm:pt>
    <dgm:pt modelId="{5FD0CD32-5F1E-4D12-9629-0BE1435E3963}">
      <dgm:prSet phldrT="[Text]" custT="1"/>
      <dgm:spPr/>
      <dgm:t>
        <a:bodyPr/>
        <a:lstStyle/>
        <a:p>
          <a:endParaRPr lang="en-US" sz="1100" dirty="0">
            <a:latin typeface="Arial Black" panose="020B0A04020102020204" pitchFamily="34" charset="0"/>
          </a:endParaRPr>
        </a:p>
      </dgm:t>
    </dgm:pt>
    <dgm:pt modelId="{84D78367-F4DE-4D1C-9B00-2833C954372A}" type="parTrans" cxnId="{9EA9D29A-96E3-4660-AFB9-1081257DC1BD}">
      <dgm:prSet/>
      <dgm:spPr/>
      <dgm:t>
        <a:bodyPr/>
        <a:lstStyle/>
        <a:p>
          <a:endParaRPr lang="en-US"/>
        </a:p>
      </dgm:t>
    </dgm:pt>
    <dgm:pt modelId="{3362E970-EE88-4C4B-9201-7ABA52CBEE62}" type="sibTrans" cxnId="{9EA9D29A-96E3-4660-AFB9-1081257DC1BD}">
      <dgm:prSet/>
      <dgm:spPr/>
      <dgm:t>
        <a:bodyPr/>
        <a:lstStyle/>
        <a:p>
          <a:endParaRPr lang="en-US"/>
        </a:p>
      </dgm:t>
    </dgm:pt>
    <dgm:pt modelId="{309D73AE-D65A-4189-BBDE-4667413CCBE1}">
      <dgm:prSet phldrT="[Text]" custT="1"/>
      <dgm:spPr/>
      <dgm:t>
        <a:bodyPr/>
        <a:lstStyle/>
        <a:p>
          <a:endParaRPr lang="en-US" sz="1100" dirty="0"/>
        </a:p>
      </dgm:t>
    </dgm:pt>
    <dgm:pt modelId="{29FF9A1A-4DF3-4CBA-B114-AC6B3495DFF4}" type="parTrans" cxnId="{59F6476F-0EF0-460D-B6F6-591FBCEF9F46}">
      <dgm:prSet/>
      <dgm:spPr/>
      <dgm:t>
        <a:bodyPr/>
        <a:lstStyle/>
        <a:p>
          <a:endParaRPr lang="en-US"/>
        </a:p>
      </dgm:t>
    </dgm:pt>
    <dgm:pt modelId="{0315C9FB-83F2-437B-BB80-431D832B7800}" type="sibTrans" cxnId="{59F6476F-0EF0-460D-B6F6-591FBCEF9F46}">
      <dgm:prSet/>
      <dgm:spPr/>
      <dgm:t>
        <a:bodyPr/>
        <a:lstStyle/>
        <a:p>
          <a:endParaRPr lang="en-US"/>
        </a:p>
      </dgm:t>
    </dgm:pt>
    <dgm:pt modelId="{4BE91EE8-37FB-40FF-A7EB-BCBD7A3D1FD2}">
      <dgm:prSet phldrT="[Text]"/>
      <dgm:spPr/>
      <dgm:t>
        <a:bodyPr/>
        <a:lstStyle/>
        <a:p>
          <a:endParaRPr lang="en-US" sz="800" dirty="0"/>
        </a:p>
      </dgm:t>
    </dgm:pt>
    <dgm:pt modelId="{E3B21ACE-B2F4-4A8C-9ACD-AB8830CC7EA7}" type="parTrans" cxnId="{7960990C-3B41-4ED3-89B8-B297F2559E0F}">
      <dgm:prSet/>
      <dgm:spPr/>
      <dgm:t>
        <a:bodyPr/>
        <a:lstStyle/>
        <a:p>
          <a:endParaRPr lang="en-US"/>
        </a:p>
      </dgm:t>
    </dgm:pt>
    <dgm:pt modelId="{A8C14673-D0FA-4293-A579-5FA44C2F9CA0}" type="sibTrans" cxnId="{7960990C-3B41-4ED3-89B8-B297F2559E0F}">
      <dgm:prSet/>
      <dgm:spPr/>
      <dgm:t>
        <a:bodyPr/>
        <a:lstStyle/>
        <a:p>
          <a:endParaRPr lang="en-US"/>
        </a:p>
      </dgm:t>
    </dgm:pt>
    <dgm:pt modelId="{1DE32D20-0478-4A28-8BC0-E80C4A250AB8}">
      <dgm:prSet phldrT="[Text]"/>
      <dgm:spPr/>
      <dgm:t>
        <a:bodyPr/>
        <a:lstStyle/>
        <a:p>
          <a:endParaRPr lang="en-US" sz="800" dirty="0"/>
        </a:p>
      </dgm:t>
    </dgm:pt>
    <dgm:pt modelId="{E4543339-79DB-4FFA-8119-D1AA32A4BC52}" type="parTrans" cxnId="{E1386D17-4A80-4584-AE9A-E735DE2FB4C4}">
      <dgm:prSet/>
      <dgm:spPr/>
      <dgm:t>
        <a:bodyPr/>
        <a:lstStyle/>
        <a:p>
          <a:endParaRPr lang="en-US"/>
        </a:p>
      </dgm:t>
    </dgm:pt>
    <dgm:pt modelId="{C902470E-A3D5-447B-BD3C-54F27AD2A553}" type="sibTrans" cxnId="{E1386D17-4A80-4584-AE9A-E735DE2FB4C4}">
      <dgm:prSet/>
      <dgm:spPr/>
      <dgm:t>
        <a:bodyPr/>
        <a:lstStyle/>
        <a:p>
          <a:endParaRPr lang="en-US"/>
        </a:p>
      </dgm:t>
    </dgm:pt>
    <dgm:pt modelId="{6CA8C6E0-2FE0-4AB9-A2FF-A3D5386FE18A}" type="pres">
      <dgm:prSet presAssocID="{5A472662-5753-4FB5-88E2-87C62FFE814F}" presName="diagram" presStyleCnt="0">
        <dgm:presLayoutVars>
          <dgm:chPref val="1"/>
          <dgm:dir/>
          <dgm:animOne val="branch"/>
          <dgm:animLvl val="lvl"/>
          <dgm:resizeHandles/>
        </dgm:presLayoutVars>
      </dgm:prSet>
      <dgm:spPr/>
      <dgm:t>
        <a:bodyPr/>
        <a:lstStyle/>
        <a:p>
          <a:endParaRPr lang="en-US"/>
        </a:p>
      </dgm:t>
    </dgm:pt>
    <dgm:pt modelId="{455ED029-9852-4A0D-A34F-C46A2137120D}" type="pres">
      <dgm:prSet presAssocID="{8F1E20E3-36B4-47F5-BB95-7A314B057FE7}" presName="root" presStyleCnt="0"/>
      <dgm:spPr/>
    </dgm:pt>
    <dgm:pt modelId="{D574BB85-9A57-4B2F-A784-79C29F73FE2D}" type="pres">
      <dgm:prSet presAssocID="{8F1E20E3-36B4-47F5-BB95-7A314B057FE7}" presName="rootComposite" presStyleCnt="0"/>
      <dgm:spPr/>
    </dgm:pt>
    <dgm:pt modelId="{C298FB0F-D2F3-45F1-9845-6C9B0C6465A8}" type="pres">
      <dgm:prSet presAssocID="{8F1E20E3-36B4-47F5-BB95-7A314B057FE7}" presName="rootText" presStyleLbl="node1" presStyleIdx="0" presStyleCnt="1" custLinFactNeighborY="-2586"/>
      <dgm:spPr/>
      <dgm:t>
        <a:bodyPr/>
        <a:lstStyle/>
        <a:p>
          <a:endParaRPr lang="en-US"/>
        </a:p>
      </dgm:t>
    </dgm:pt>
    <dgm:pt modelId="{431BA196-92AB-4E1C-A8C5-34E4514A12A9}" type="pres">
      <dgm:prSet presAssocID="{8F1E20E3-36B4-47F5-BB95-7A314B057FE7}" presName="rootConnector" presStyleLbl="node1" presStyleIdx="0" presStyleCnt="1"/>
      <dgm:spPr/>
      <dgm:t>
        <a:bodyPr/>
        <a:lstStyle/>
        <a:p>
          <a:endParaRPr lang="en-US"/>
        </a:p>
      </dgm:t>
    </dgm:pt>
    <dgm:pt modelId="{1BBE3618-EA6C-4FCE-AD08-73DF04484E89}" type="pres">
      <dgm:prSet presAssocID="{8F1E20E3-36B4-47F5-BB95-7A314B057FE7}" presName="childShape" presStyleCnt="0"/>
      <dgm:spPr/>
    </dgm:pt>
    <dgm:pt modelId="{EAB56D87-5703-4275-99D0-EBBC63E784B8}" type="pres">
      <dgm:prSet presAssocID="{1B60F68B-D5D2-45E5-969B-0262D2534A9F}" presName="Name13" presStyleLbl="parChTrans1D2" presStyleIdx="0" presStyleCnt="1"/>
      <dgm:spPr/>
      <dgm:t>
        <a:bodyPr/>
        <a:lstStyle/>
        <a:p>
          <a:endParaRPr lang="en-US"/>
        </a:p>
      </dgm:t>
    </dgm:pt>
    <dgm:pt modelId="{9499A693-EC78-4BA1-8C56-E71AFDD60FE6}" type="pres">
      <dgm:prSet presAssocID="{2D09BD49-98CF-4608-9DBB-86B9B9333917}" presName="childText" presStyleLbl="bgAcc1" presStyleIdx="0" presStyleCnt="1">
        <dgm:presLayoutVars>
          <dgm:bulletEnabled val="1"/>
        </dgm:presLayoutVars>
      </dgm:prSet>
      <dgm:spPr/>
      <dgm:t>
        <a:bodyPr/>
        <a:lstStyle/>
        <a:p>
          <a:endParaRPr lang="en-US"/>
        </a:p>
      </dgm:t>
    </dgm:pt>
  </dgm:ptLst>
  <dgm:cxnLst>
    <dgm:cxn modelId="{59F6476F-0EF0-460D-B6F6-591FBCEF9F46}" srcId="{2D09BD49-98CF-4608-9DBB-86B9B9333917}" destId="{309D73AE-D65A-4189-BBDE-4667413CCBE1}" srcOrd="1" destOrd="0" parTransId="{29FF9A1A-4DF3-4CBA-B114-AC6B3495DFF4}" sibTransId="{0315C9FB-83F2-437B-BB80-431D832B7800}"/>
    <dgm:cxn modelId="{50619451-CAD2-4803-8C4B-EB1A1F10757E}" type="presOf" srcId="{8F1E20E3-36B4-47F5-BB95-7A314B057FE7}" destId="{C298FB0F-D2F3-45F1-9845-6C9B0C6465A8}" srcOrd="0" destOrd="0" presId="urn:microsoft.com/office/officeart/2005/8/layout/hierarchy3"/>
    <dgm:cxn modelId="{7960990C-3B41-4ED3-89B8-B297F2559E0F}" srcId="{309D73AE-D65A-4189-BBDE-4667413CCBE1}" destId="{4BE91EE8-37FB-40FF-A7EB-BCBD7A3D1FD2}" srcOrd="0" destOrd="0" parTransId="{E3B21ACE-B2F4-4A8C-9ACD-AB8830CC7EA7}" sibTransId="{A8C14673-D0FA-4293-A579-5FA44C2F9CA0}"/>
    <dgm:cxn modelId="{385DEAE8-7F01-49E0-B252-3E49A24EC8C3}" type="presOf" srcId="{8F1E20E3-36B4-47F5-BB95-7A314B057FE7}" destId="{431BA196-92AB-4E1C-A8C5-34E4514A12A9}" srcOrd="1" destOrd="0" presId="urn:microsoft.com/office/officeart/2005/8/layout/hierarchy3"/>
    <dgm:cxn modelId="{E1386D17-4A80-4584-AE9A-E735DE2FB4C4}" srcId="{4BE91EE8-37FB-40FF-A7EB-BCBD7A3D1FD2}" destId="{1DE32D20-0478-4A28-8BC0-E80C4A250AB8}" srcOrd="0" destOrd="0" parTransId="{E4543339-79DB-4FFA-8119-D1AA32A4BC52}" sibTransId="{C902470E-A3D5-447B-BD3C-54F27AD2A553}"/>
    <dgm:cxn modelId="{4E8B348F-BF8F-4AC7-AD94-0ADFC66E9079}" srcId="{5A472662-5753-4FB5-88E2-87C62FFE814F}" destId="{8F1E20E3-36B4-47F5-BB95-7A314B057FE7}" srcOrd="0" destOrd="0" parTransId="{5BAB8DDE-0E8C-4ED5-B980-EC7B26251A8A}" sibTransId="{C028FAC9-945E-44C3-9F94-54B0B33A68AE}"/>
    <dgm:cxn modelId="{BE19A9D0-CC14-4F36-99B0-ABA3C73F5B30}" srcId="{8F1E20E3-36B4-47F5-BB95-7A314B057FE7}" destId="{2D09BD49-98CF-4608-9DBB-86B9B9333917}" srcOrd="0" destOrd="0" parTransId="{1B60F68B-D5D2-45E5-969B-0262D2534A9F}" sibTransId="{6B13BE26-FBED-46DE-BE15-F1846E38A85C}"/>
    <dgm:cxn modelId="{956D8B57-CAFF-414E-AC9A-8349E5DFE882}" type="presOf" srcId="{1DE32D20-0478-4A28-8BC0-E80C4A250AB8}" destId="{9499A693-EC78-4BA1-8C56-E71AFDD60FE6}" srcOrd="0" destOrd="4" presId="urn:microsoft.com/office/officeart/2005/8/layout/hierarchy3"/>
    <dgm:cxn modelId="{9EA9D29A-96E3-4660-AFB9-1081257DC1BD}" srcId="{2D09BD49-98CF-4608-9DBB-86B9B9333917}" destId="{5FD0CD32-5F1E-4D12-9629-0BE1435E3963}" srcOrd="0" destOrd="0" parTransId="{84D78367-F4DE-4D1C-9B00-2833C954372A}" sibTransId="{3362E970-EE88-4C4B-9201-7ABA52CBEE62}"/>
    <dgm:cxn modelId="{A2043362-DE76-4BF6-A1FE-4D59B4310755}" type="presOf" srcId="{5A472662-5753-4FB5-88E2-87C62FFE814F}" destId="{6CA8C6E0-2FE0-4AB9-A2FF-A3D5386FE18A}" srcOrd="0" destOrd="0" presId="urn:microsoft.com/office/officeart/2005/8/layout/hierarchy3"/>
    <dgm:cxn modelId="{1A440F52-CB4B-4A1D-AF4D-0DF2BEE48462}" type="presOf" srcId="{5FD0CD32-5F1E-4D12-9629-0BE1435E3963}" destId="{9499A693-EC78-4BA1-8C56-E71AFDD60FE6}" srcOrd="0" destOrd="1" presId="urn:microsoft.com/office/officeart/2005/8/layout/hierarchy3"/>
    <dgm:cxn modelId="{71889DA7-E2CD-4027-A86F-43C67DA95015}" type="presOf" srcId="{1B60F68B-D5D2-45E5-969B-0262D2534A9F}" destId="{EAB56D87-5703-4275-99D0-EBBC63E784B8}" srcOrd="0" destOrd="0" presId="urn:microsoft.com/office/officeart/2005/8/layout/hierarchy3"/>
    <dgm:cxn modelId="{DB8BCFA6-D3B1-4158-B332-E34EE3DD6249}" type="presOf" srcId="{2D09BD49-98CF-4608-9DBB-86B9B9333917}" destId="{9499A693-EC78-4BA1-8C56-E71AFDD60FE6}" srcOrd="0" destOrd="0" presId="urn:microsoft.com/office/officeart/2005/8/layout/hierarchy3"/>
    <dgm:cxn modelId="{12FD8A22-5E73-4E03-ABEC-097C6953BF5A}" type="presOf" srcId="{4BE91EE8-37FB-40FF-A7EB-BCBD7A3D1FD2}" destId="{9499A693-EC78-4BA1-8C56-E71AFDD60FE6}" srcOrd="0" destOrd="3" presId="urn:microsoft.com/office/officeart/2005/8/layout/hierarchy3"/>
    <dgm:cxn modelId="{128319E5-296D-41B6-8185-E5FA956D2B70}" type="presOf" srcId="{309D73AE-D65A-4189-BBDE-4667413CCBE1}" destId="{9499A693-EC78-4BA1-8C56-E71AFDD60FE6}" srcOrd="0" destOrd="2" presId="urn:microsoft.com/office/officeart/2005/8/layout/hierarchy3"/>
    <dgm:cxn modelId="{4E4357FC-CCFB-4E43-A80F-1E2510F508C4}" type="presParOf" srcId="{6CA8C6E0-2FE0-4AB9-A2FF-A3D5386FE18A}" destId="{455ED029-9852-4A0D-A34F-C46A2137120D}" srcOrd="0" destOrd="0" presId="urn:microsoft.com/office/officeart/2005/8/layout/hierarchy3"/>
    <dgm:cxn modelId="{244160F1-6393-404E-BFB5-D1288A255AAE}" type="presParOf" srcId="{455ED029-9852-4A0D-A34F-C46A2137120D}" destId="{D574BB85-9A57-4B2F-A784-79C29F73FE2D}" srcOrd="0" destOrd="0" presId="urn:microsoft.com/office/officeart/2005/8/layout/hierarchy3"/>
    <dgm:cxn modelId="{BBA2B8D9-176D-4EFE-AA2F-0E47A596ACCB}" type="presParOf" srcId="{D574BB85-9A57-4B2F-A784-79C29F73FE2D}" destId="{C298FB0F-D2F3-45F1-9845-6C9B0C6465A8}" srcOrd="0" destOrd="0" presId="urn:microsoft.com/office/officeart/2005/8/layout/hierarchy3"/>
    <dgm:cxn modelId="{D704EEF6-F94B-40A8-A4C5-3750C5867AC6}" type="presParOf" srcId="{D574BB85-9A57-4B2F-A784-79C29F73FE2D}" destId="{431BA196-92AB-4E1C-A8C5-34E4514A12A9}" srcOrd="1" destOrd="0" presId="urn:microsoft.com/office/officeart/2005/8/layout/hierarchy3"/>
    <dgm:cxn modelId="{58739344-91C9-4093-AF19-8FFB50358117}" type="presParOf" srcId="{455ED029-9852-4A0D-A34F-C46A2137120D}" destId="{1BBE3618-EA6C-4FCE-AD08-73DF04484E89}" srcOrd="1" destOrd="0" presId="urn:microsoft.com/office/officeart/2005/8/layout/hierarchy3"/>
    <dgm:cxn modelId="{FEB10580-52BD-438F-A3BC-72175655296A}" type="presParOf" srcId="{1BBE3618-EA6C-4FCE-AD08-73DF04484E89}" destId="{EAB56D87-5703-4275-99D0-EBBC63E784B8}" srcOrd="0" destOrd="0" presId="urn:microsoft.com/office/officeart/2005/8/layout/hierarchy3"/>
    <dgm:cxn modelId="{97CCB0FC-C0FC-4C78-BF53-DE4B495228F3}" type="presParOf" srcId="{1BBE3618-EA6C-4FCE-AD08-73DF04484E89}" destId="{9499A693-EC78-4BA1-8C56-E71AFDD60FE6}" srcOrd="1" destOrd="0" presId="urn:microsoft.com/office/officeart/2005/8/layout/hierarchy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AC86653-2DD8-4540-8304-06D88503ED40}"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42BA6462-BE8B-4749-B090-D4424C82FD06}">
      <dgm:prSet phldrT="[Text]" custT="1"/>
      <dgm:spPr/>
      <dgm:t>
        <a:bodyPr/>
        <a:lstStyle/>
        <a:p>
          <a:r>
            <a:rPr lang="en-US" sz="1800" dirty="0" smtClean="0"/>
            <a:t>ESP32 reads data from all sensors every few seconds</a:t>
          </a:r>
          <a:endParaRPr lang="en-US" sz="1800" dirty="0"/>
        </a:p>
      </dgm:t>
    </dgm:pt>
    <dgm:pt modelId="{447DE803-F6FC-4D70-B553-B7F890FF96EF}" type="parTrans" cxnId="{E31FAEA0-6F90-47E3-8DFF-45A1A379FDDF}">
      <dgm:prSet/>
      <dgm:spPr/>
      <dgm:t>
        <a:bodyPr/>
        <a:lstStyle/>
        <a:p>
          <a:endParaRPr lang="en-US"/>
        </a:p>
      </dgm:t>
    </dgm:pt>
    <dgm:pt modelId="{87CA935F-3FB1-4E44-B5B2-0DFC7FA6CFF0}" type="sibTrans" cxnId="{E31FAEA0-6F90-47E3-8DFF-45A1A379FDDF}">
      <dgm:prSet/>
      <dgm:spPr/>
      <dgm:t>
        <a:bodyPr/>
        <a:lstStyle/>
        <a:p>
          <a:endParaRPr lang="en-US"/>
        </a:p>
      </dgm:t>
    </dgm:pt>
    <dgm:pt modelId="{F7D664E3-00A1-4221-BBBA-6D6EAC6F0852}">
      <dgm:prSet phldrT="[Text]"/>
      <dgm:spPr/>
      <dgm:t>
        <a:bodyPr/>
        <a:lstStyle/>
        <a:p>
          <a:endParaRPr lang="en-US" sz="1800" dirty="0"/>
        </a:p>
      </dgm:t>
    </dgm:pt>
    <dgm:pt modelId="{ACAC2E04-E2D1-40EF-9514-E8FF6F72CFC9}" type="parTrans" cxnId="{938D1859-C96D-4CCC-9290-FAED871146DF}">
      <dgm:prSet/>
      <dgm:spPr/>
      <dgm:t>
        <a:bodyPr/>
        <a:lstStyle/>
        <a:p>
          <a:endParaRPr lang="en-US"/>
        </a:p>
      </dgm:t>
    </dgm:pt>
    <dgm:pt modelId="{0097EDBB-39ED-43B7-9FD2-79FE30CF9561}" type="sibTrans" cxnId="{938D1859-C96D-4CCC-9290-FAED871146DF}">
      <dgm:prSet/>
      <dgm:spPr/>
      <dgm:t>
        <a:bodyPr/>
        <a:lstStyle/>
        <a:p>
          <a:endParaRPr lang="en-US"/>
        </a:p>
      </dgm:t>
    </dgm:pt>
    <dgm:pt modelId="{B6ABCBCF-95E9-4924-B139-BA2DA8C63D14}">
      <dgm:prSet phldrT="[Text]"/>
      <dgm:spPr/>
      <dgm:t>
        <a:bodyPr/>
        <a:lstStyle/>
        <a:p>
          <a:endParaRPr lang="en-US" dirty="0"/>
        </a:p>
      </dgm:t>
    </dgm:pt>
    <dgm:pt modelId="{8E0F4A11-6554-42BF-BF4E-3AAEEBB42EAD}" type="parTrans" cxnId="{D864A73B-73EF-460D-A0C7-7F00A356D9D9}">
      <dgm:prSet/>
      <dgm:spPr/>
      <dgm:t>
        <a:bodyPr/>
        <a:lstStyle/>
        <a:p>
          <a:endParaRPr lang="en-US"/>
        </a:p>
      </dgm:t>
    </dgm:pt>
    <dgm:pt modelId="{9510BAF9-A9F6-4C34-9140-CA5336CABEB1}" type="sibTrans" cxnId="{D864A73B-73EF-460D-A0C7-7F00A356D9D9}">
      <dgm:prSet/>
      <dgm:spPr/>
      <dgm:t>
        <a:bodyPr/>
        <a:lstStyle/>
        <a:p>
          <a:endParaRPr lang="en-US"/>
        </a:p>
      </dgm:t>
    </dgm:pt>
    <dgm:pt modelId="{61EE725F-B4C6-445B-85E0-7E8ED41E4F49}">
      <dgm:prSet phldrT="[Text]" custT="1"/>
      <dgm:spPr/>
      <dgm:t>
        <a:bodyPr/>
        <a:lstStyle/>
        <a:p>
          <a:r>
            <a:rPr lang="en-US" sz="1800" dirty="0" smtClean="0"/>
            <a:t>Sensors readings are displayed on an OLED display</a:t>
          </a:r>
          <a:endParaRPr lang="en-US" sz="1800" dirty="0"/>
        </a:p>
      </dgm:t>
    </dgm:pt>
    <dgm:pt modelId="{A14AAD51-2C48-45F0-A0A4-0F26D59FA1A0}" type="parTrans" cxnId="{E6D20C62-7795-441C-8BC5-4A48B11CAB68}">
      <dgm:prSet/>
      <dgm:spPr/>
      <dgm:t>
        <a:bodyPr/>
        <a:lstStyle/>
        <a:p>
          <a:endParaRPr lang="en-US"/>
        </a:p>
      </dgm:t>
    </dgm:pt>
    <dgm:pt modelId="{18F9D55D-1936-4FC7-907D-E9CCCC6D84FF}" type="sibTrans" cxnId="{E6D20C62-7795-441C-8BC5-4A48B11CAB68}">
      <dgm:prSet/>
      <dgm:spPr/>
      <dgm:t>
        <a:bodyPr/>
        <a:lstStyle/>
        <a:p>
          <a:endParaRPr lang="en-US"/>
        </a:p>
      </dgm:t>
    </dgm:pt>
    <dgm:pt modelId="{A9BA911C-74E8-4751-86B8-18AAD2DC3F7D}">
      <dgm:prSet phldrT="[Text]"/>
      <dgm:spPr/>
      <dgm:t>
        <a:bodyPr/>
        <a:lstStyle/>
        <a:p>
          <a:endParaRPr lang="en-US" dirty="0"/>
        </a:p>
      </dgm:t>
    </dgm:pt>
    <dgm:pt modelId="{BADB46B3-7B2A-4775-B19A-972B033B6A69}" type="parTrans" cxnId="{75D67CFC-00B1-4D32-BE74-F1A0DD1DB415}">
      <dgm:prSet/>
      <dgm:spPr/>
      <dgm:t>
        <a:bodyPr/>
        <a:lstStyle/>
        <a:p>
          <a:endParaRPr lang="en-US"/>
        </a:p>
      </dgm:t>
    </dgm:pt>
    <dgm:pt modelId="{3A94F489-7B11-41AF-A7ED-1C65C3F0A2E5}" type="sibTrans" cxnId="{75D67CFC-00B1-4D32-BE74-F1A0DD1DB415}">
      <dgm:prSet/>
      <dgm:spPr/>
      <dgm:t>
        <a:bodyPr/>
        <a:lstStyle/>
        <a:p>
          <a:endParaRPr lang="en-US"/>
        </a:p>
      </dgm:t>
    </dgm:pt>
    <dgm:pt modelId="{296A9583-4503-4C26-89E9-64F4F41AF822}">
      <dgm:prSet phldrT="[Text]" custT="1"/>
      <dgm:spPr/>
      <dgm:t>
        <a:bodyPr/>
        <a:lstStyle/>
        <a:p>
          <a:r>
            <a:rPr lang="en-US" sz="1800" dirty="0" smtClean="0"/>
            <a:t>Data is transmitted over WIFI</a:t>
          </a:r>
          <a:endParaRPr lang="en-US" sz="1800" dirty="0"/>
        </a:p>
      </dgm:t>
    </dgm:pt>
    <dgm:pt modelId="{28B52B27-456E-4908-ADD8-EF82A45ED949}" type="parTrans" cxnId="{FE53E34C-8965-4711-A989-27B82FB6431C}">
      <dgm:prSet/>
      <dgm:spPr/>
      <dgm:t>
        <a:bodyPr/>
        <a:lstStyle/>
        <a:p>
          <a:endParaRPr lang="en-US"/>
        </a:p>
      </dgm:t>
    </dgm:pt>
    <dgm:pt modelId="{EEF607B7-B043-400E-9843-C6C5068C6BFF}" type="sibTrans" cxnId="{FE53E34C-8965-4711-A989-27B82FB6431C}">
      <dgm:prSet/>
      <dgm:spPr/>
      <dgm:t>
        <a:bodyPr/>
        <a:lstStyle/>
        <a:p>
          <a:endParaRPr lang="en-US"/>
        </a:p>
      </dgm:t>
    </dgm:pt>
    <dgm:pt modelId="{34612558-6BAD-4CC1-8CF4-B4AAA5E12082}">
      <dgm:prSet phldrT="[Text]"/>
      <dgm:spPr/>
      <dgm:t>
        <a:bodyPr/>
        <a:lstStyle/>
        <a:p>
          <a:endParaRPr lang="en-US" dirty="0" smtClean="0"/>
        </a:p>
      </dgm:t>
    </dgm:pt>
    <dgm:pt modelId="{E6C50312-A000-4397-8FF9-160F2ED993FB}" type="sibTrans" cxnId="{1FAB14CF-666A-44D1-B3A5-8F2B4121E405}">
      <dgm:prSet/>
      <dgm:spPr/>
      <dgm:t>
        <a:bodyPr/>
        <a:lstStyle/>
        <a:p>
          <a:endParaRPr lang="en-US"/>
        </a:p>
      </dgm:t>
    </dgm:pt>
    <dgm:pt modelId="{4F964F28-8A43-4277-AF9D-874EB25645F0}" type="parTrans" cxnId="{1FAB14CF-666A-44D1-B3A5-8F2B4121E405}">
      <dgm:prSet/>
      <dgm:spPr/>
      <dgm:t>
        <a:bodyPr/>
        <a:lstStyle/>
        <a:p>
          <a:endParaRPr lang="en-US"/>
        </a:p>
      </dgm:t>
    </dgm:pt>
    <dgm:pt modelId="{F860F32B-FADF-4F41-B2FC-21DFC073F1DF}" type="pres">
      <dgm:prSet presAssocID="{1AC86653-2DD8-4540-8304-06D88503ED40}" presName="linearFlow" presStyleCnt="0">
        <dgm:presLayoutVars>
          <dgm:dir/>
          <dgm:animLvl val="lvl"/>
          <dgm:resizeHandles val="exact"/>
        </dgm:presLayoutVars>
      </dgm:prSet>
      <dgm:spPr/>
      <dgm:t>
        <a:bodyPr/>
        <a:lstStyle/>
        <a:p>
          <a:endParaRPr lang="en-US"/>
        </a:p>
      </dgm:t>
    </dgm:pt>
    <dgm:pt modelId="{90F8CAD4-3DBA-4F8D-8655-F54F8AACF42B}" type="pres">
      <dgm:prSet presAssocID="{34612558-6BAD-4CC1-8CF4-B4AAA5E12082}" presName="composite" presStyleCnt="0"/>
      <dgm:spPr/>
    </dgm:pt>
    <dgm:pt modelId="{0CF303D2-364E-45F2-B186-92C2C2A8C186}" type="pres">
      <dgm:prSet presAssocID="{34612558-6BAD-4CC1-8CF4-B4AAA5E12082}" presName="parentText" presStyleLbl="alignNode1" presStyleIdx="0" presStyleCnt="3">
        <dgm:presLayoutVars>
          <dgm:chMax val="1"/>
          <dgm:bulletEnabled val="1"/>
        </dgm:presLayoutVars>
      </dgm:prSet>
      <dgm:spPr/>
      <dgm:t>
        <a:bodyPr/>
        <a:lstStyle/>
        <a:p>
          <a:endParaRPr lang="en-US"/>
        </a:p>
      </dgm:t>
    </dgm:pt>
    <dgm:pt modelId="{5E058A12-EFD4-42E6-9D42-C5E02CFFB35F}" type="pres">
      <dgm:prSet presAssocID="{34612558-6BAD-4CC1-8CF4-B4AAA5E12082}" presName="descendantText" presStyleLbl="alignAcc1" presStyleIdx="0" presStyleCnt="3" custScaleY="91089">
        <dgm:presLayoutVars>
          <dgm:bulletEnabled val="1"/>
        </dgm:presLayoutVars>
      </dgm:prSet>
      <dgm:spPr/>
      <dgm:t>
        <a:bodyPr/>
        <a:lstStyle/>
        <a:p>
          <a:endParaRPr lang="en-US"/>
        </a:p>
      </dgm:t>
    </dgm:pt>
    <dgm:pt modelId="{FC9D4D83-2EDC-4EEE-A0FC-39EBCC166D52}" type="pres">
      <dgm:prSet presAssocID="{E6C50312-A000-4397-8FF9-160F2ED993FB}" presName="sp" presStyleCnt="0"/>
      <dgm:spPr/>
    </dgm:pt>
    <dgm:pt modelId="{BAA9F2BC-F548-46B0-8AE8-E3CFC283115E}" type="pres">
      <dgm:prSet presAssocID="{B6ABCBCF-95E9-4924-B139-BA2DA8C63D14}" presName="composite" presStyleCnt="0"/>
      <dgm:spPr/>
    </dgm:pt>
    <dgm:pt modelId="{D179ABE1-B3E7-449F-BE6F-2659571BE943}" type="pres">
      <dgm:prSet presAssocID="{B6ABCBCF-95E9-4924-B139-BA2DA8C63D14}" presName="parentText" presStyleLbl="alignNode1" presStyleIdx="1" presStyleCnt="3">
        <dgm:presLayoutVars>
          <dgm:chMax val="1"/>
          <dgm:bulletEnabled val="1"/>
        </dgm:presLayoutVars>
      </dgm:prSet>
      <dgm:spPr/>
      <dgm:t>
        <a:bodyPr/>
        <a:lstStyle/>
        <a:p>
          <a:endParaRPr lang="en-US"/>
        </a:p>
      </dgm:t>
    </dgm:pt>
    <dgm:pt modelId="{48DBC648-9774-4BF5-9EF7-106CBBC19448}" type="pres">
      <dgm:prSet presAssocID="{B6ABCBCF-95E9-4924-B139-BA2DA8C63D14}" presName="descendantText" presStyleLbl="alignAcc1" presStyleIdx="1" presStyleCnt="3">
        <dgm:presLayoutVars>
          <dgm:bulletEnabled val="1"/>
        </dgm:presLayoutVars>
      </dgm:prSet>
      <dgm:spPr/>
      <dgm:t>
        <a:bodyPr/>
        <a:lstStyle/>
        <a:p>
          <a:endParaRPr lang="en-US"/>
        </a:p>
      </dgm:t>
    </dgm:pt>
    <dgm:pt modelId="{1328F867-5570-4782-844B-7E353B3DDAAA}" type="pres">
      <dgm:prSet presAssocID="{9510BAF9-A9F6-4C34-9140-CA5336CABEB1}" presName="sp" presStyleCnt="0"/>
      <dgm:spPr/>
    </dgm:pt>
    <dgm:pt modelId="{A4496F6D-E16D-4840-A8C7-83EBE3635D4B}" type="pres">
      <dgm:prSet presAssocID="{A9BA911C-74E8-4751-86B8-18AAD2DC3F7D}" presName="composite" presStyleCnt="0"/>
      <dgm:spPr/>
    </dgm:pt>
    <dgm:pt modelId="{31B9469A-2336-4AD1-A518-876D56F44EDB}" type="pres">
      <dgm:prSet presAssocID="{A9BA911C-74E8-4751-86B8-18AAD2DC3F7D}" presName="parentText" presStyleLbl="alignNode1" presStyleIdx="2" presStyleCnt="3">
        <dgm:presLayoutVars>
          <dgm:chMax val="1"/>
          <dgm:bulletEnabled val="1"/>
        </dgm:presLayoutVars>
      </dgm:prSet>
      <dgm:spPr/>
      <dgm:t>
        <a:bodyPr/>
        <a:lstStyle/>
        <a:p>
          <a:endParaRPr lang="en-US"/>
        </a:p>
      </dgm:t>
    </dgm:pt>
    <dgm:pt modelId="{FD8A159B-F7A1-4C0C-B4D9-1C4CC2145A11}" type="pres">
      <dgm:prSet presAssocID="{A9BA911C-74E8-4751-86B8-18AAD2DC3F7D}" presName="descendantText" presStyleLbl="alignAcc1" presStyleIdx="2" presStyleCnt="3">
        <dgm:presLayoutVars>
          <dgm:bulletEnabled val="1"/>
        </dgm:presLayoutVars>
      </dgm:prSet>
      <dgm:spPr/>
      <dgm:t>
        <a:bodyPr/>
        <a:lstStyle/>
        <a:p>
          <a:endParaRPr lang="en-US"/>
        </a:p>
      </dgm:t>
    </dgm:pt>
  </dgm:ptLst>
  <dgm:cxnLst>
    <dgm:cxn modelId="{FE53E34C-8965-4711-A989-27B82FB6431C}" srcId="{A9BA911C-74E8-4751-86B8-18AAD2DC3F7D}" destId="{296A9583-4503-4C26-89E9-64F4F41AF822}" srcOrd="0" destOrd="0" parTransId="{28B52B27-456E-4908-ADD8-EF82A45ED949}" sibTransId="{EEF607B7-B043-400E-9843-C6C5068C6BFF}"/>
    <dgm:cxn modelId="{938D1859-C96D-4CCC-9290-FAED871146DF}" srcId="{34612558-6BAD-4CC1-8CF4-B4AAA5E12082}" destId="{F7D664E3-00A1-4221-BBBA-6D6EAC6F0852}" srcOrd="1" destOrd="0" parTransId="{ACAC2E04-E2D1-40EF-9514-E8FF6F72CFC9}" sibTransId="{0097EDBB-39ED-43B7-9FD2-79FE30CF9561}"/>
    <dgm:cxn modelId="{E6D20C62-7795-441C-8BC5-4A48B11CAB68}" srcId="{B6ABCBCF-95E9-4924-B139-BA2DA8C63D14}" destId="{61EE725F-B4C6-445B-85E0-7E8ED41E4F49}" srcOrd="0" destOrd="0" parTransId="{A14AAD51-2C48-45F0-A0A4-0F26D59FA1A0}" sibTransId="{18F9D55D-1936-4FC7-907D-E9CCCC6D84FF}"/>
    <dgm:cxn modelId="{8EAEFF2E-AB52-43C5-815A-91EA58843C73}" type="presOf" srcId="{A9BA911C-74E8-4751-86B8-18AAD2DC3F7D}" destId="{31B9469A-2336-4AD1-A518-876D56F44EDB}" srcOrd="0" destOrd="0" presId="urn:microsoft.com/office/officeart/2005/8/layout/chevron2"/>
    <dgm:cxn modelId="{08893BA0-5C03-4ECF-8AC8-901DEDB41B5B}" type="presOf" srcId="{B6ABCBCF-95E9-4924-B139-BA2DA8C63D14}" destId="{D179ABE1-B3E7-449F-BE6F-2659571BE943}" srcOrd="0" destOrd="0" presId="urn:microsoft.com/office/officeart/2005/8/layout/chevron2"/>
    <dgm:cxn modelId="{E307E351-C3AA-4128-BAD3-465F40F39ED7}" type="presOf" srcId="{42BA6462-BE8B-4749-B090-D4424C82FD06}" destId="{5E058A12-EFD4-42E6-9D42-C5E02CFFB35F}" srcOrd="0" destOrd="0" presId="urn:microsoft.com/office/officeart/2005/8/layout/chevron2"/>
    <dgm:cxn modelId="{907D8943-9FDE-43CE-BC0E-4DDA021CA68F}" type="presOf" srcId="{61EE725F-B4C6-445B-85E0-7E8ED41E4F49}" destId="{48DBC648-9774-4BF5-9EF7-106CBBC19448}" srcOrd="0" destOrd="0" presId="urn:microsoft.com/office/officeart/2005/8/layout/chevron2"/>
    <dgm:cxn modelId="{548AB697-DFAC-48B0-99F8-28297AAFB010}" type="presOf" srcId="{1AC86653-2DD8-4540-8304-06D88503ED40}" destId="{F860F32B-FADF-4F41-B2FC-21DFC073F1DF}" srcOrd="0" destOrd="0" presId="urn:microsoft.com/office/officeart/2005/8/layout/chevron2"/>
    <dgm:cxn modelId="{75D67CFC-00B1-4D32-BE74-F1A0DD1DB415}" srcId="{1AC86653-2DD8-4540-8304-06D88503ED40}" destId="{A9BA911C-74E8-4751-86B8-18AAD2DC3F7D}" srcOrd="2" destOrd="0" parTransId="{BADB46B3-7B2A-4775-B19A-972B033B6A69}" sibTransId="{3A94F489-7B11-41AF-A7ED-1C65C3F0A2E5}"/>
    <dgm:cxn modelId="{1FAB14CF-666A-44D1-B3A5-8F2B4121E405}" srcId="{1AC86653-2DD8-4540-8304-06D88503ED40}" destId="{34612558-6BAD-4CC1-8CF4-B4AAA5E12082}" srcOrd="0" destOrd="0" parTransId="{4F964F28-8A43-4277-AF9D-874EB25645F0}" sibTransId="{E6C50312-A000-4397-8FF9-160F2ED993FB}"/>
    <dgm:cxn modelId="{013AAD67-9C32-485E-8271-F76F6C2DD877}" type="presOf" srcId="{296A9583-4503-4C26-89E9-64F4F41AF822}" destId="{FD8A159B-F7A1-4C0C-B4D9-1C4CC2145A11}" srcOrd="0" destOrd="0" presId="urn:microsoft.com/office/officeart/2005/8/layout/chevron2"/>
    <dgm:cxn modelId="{DC93E7A4-05D9-450D-B2D4-3CABA085E710}" type="presOf" srcId="{34612558-6BAD-4CC1-8CF4-B4AAA5E12082}" destId="{0CF303D2-364E-45F2-B186-92C2C2A8C186}" srcOrd="0" destOrd="0" presId="urn:microsoft.com/office/officeart/2005/8/layout/chevron2"/>
    <dgm:cxn modelId="{E31FAEA0-6F90-47E3-8DFF-45A1A379FDDF}" srcId="{34612558-6BAD-4CC1-8CF4-B4AAA5E12082}" destId="{42BA6462-BE8B-4749-B090-D4424C82FD06}" srcOrd="0" destOrd="0" parTransId="{447DE803-F6FC-4D70-B553-B7F890FF96EF}" sibTransId="{87CA935F-3FB1-4E44-B5B2-0DFC7FA6CFF0}"/>
    <dgm:cxn modelId="{D864A73B-73EF-460D-A0C7-7F00A356D9D9}" srcId="{1AC86653-2DD8-4540-8304-06D88503ED40}" destId="{B6ABCBCF-95E9-4924-B139-BA2DA8C63D14}" srcOrd="1" destOrd="0" parTransId="{8E0F4A11-6554-42BF-BF4E-3AAEEBB42EAD}" sibTransId="{9510BAF9-A9F6-4C34-9140-CA5336CABEB1}"/>
    <dgm:cxn modelId="{F6DDEEA1-FB52-402B-88DC-74E5AF522F6D}" type="presOf" srcId="{F7D664E3-00A1-4221-BBBA-6D6EAC6F0852}" destId="{5E058A12-EFD4-42E6-9D42-C5E02CFFB35F}" srcOrd="0" destOrd="1" presId="urn:microsoft.com/office/officeart/2005/8/layout/chevron2"/>
    <dgm:cxn modelId="{60B2A19E-763B-4C35-9D82-271D989096D1}" type="presParOf" srcId="{F860F32B-FADF-4F41-B2FC-21DFC073F1DF}" destId="{90F8CAD4-3DBA-4F8D-8655-F54F8AACF42B}" srcOrd="0" destOrd="0" presId="urn:microsoft.com/office/officeart/2005/8/layout/chevron2"/>
    <dgm:cxn modelId="{218412B2-3A8B-402E-A20E-292D8BCA6CE8}" type="presParOf" srcId="{90F8CAD4-3DBA-4F8D-8655-F54F8AACF42B}" destId="{0CF303D2-364E-45F2-B186-92C2C2A8C186}" srcOrd="0" destOrd="0" presId="urn:microsoft.com/office/officeart/2005/8/layout/chevron2"/>
    <dgm:cxn modelId="{EC2F5028-C46A-4D9A-AD6C-6E7C25098915}" type="presParOf" srcId="{90F8CAD4-3DBA-4F8D-8655-F54F8AACF42B}" destId="{5E058A12-EFD4-42E6-9D42-C5E02CFFB35F}" srcOrd="1" destOrd="0" presId="urn:microsoft.com/office/officeart/2005/8/layout/chevron2"/>
    <dgm:cxn modelId="{B6DFDA64-3513-407D-8AC1-96DEBFE100C5}" type="presParOf" srcId="{F860F32B-FADF-4F41-B2FC-21DFC073F1DF}" destId="{FC9D4D83-2EDC-4EEE-A0FC-39EBCC166D52}" srcOrd="1" destOrd="0" presId="urn:microsoft.com/office/officeart/2005/8/layout/chevron2"/>
    <dgm:cxn modelId="{8241DBA8-61E0-4586-A7C8-2791B1072D2A}" type="presParOf" srcId="{F860F32B-FADF-4F41-B2FC-21DFC073F1DF}" destId="{BAA9F2BC-F548-46B0-8AE8-E3CFC283115E}" srcOrd="2" destOrd="0" presId="urn:microsoft.com/office/officeart/2005/8/layout/chevron2"/>
    <dgm:cxn modelId="{CF9818D4-8C6A-4153-B43D-223DBE44AF2B}" type="presParOf" srcId="{BAA9F2BC-F548-46B0-8AE8-E3CFC283115E}" destId="{D179ABE1-B3E7-449F-BE6F-2659571BE943}" srcOrd="0" destOrd="0" presId="urn:microsoft.com/office/officeart/2005/8/layout/chevron2"/>
    <dgm:cxn modelId="{C8F9D389-C93C-4012-AA1F-048B65FB8C3A}" type="presParOf" srcId="{BAA9F2BC-F548-46B0-8AE8-E3CFC283115E}" destId="{48DBC648-9774-4BF5-9EF7-106CBBC19448}" srcOrd="1" destOrd="0" presId="urn:microsoft.com/office/officeart/2005/8/layout/chevron2"/>
    <dgm:cxn modelId="{649A76C4-D82D-4E41-834C-C58FD77F79D2}" type="presParOf" srcId="{F860F32B-FADF-4F41-B2FC-21DFC073F1DF}" destId="{1328F867-5570-4782-844B-7E353B3DDAAA}" srcOrd="3" destOrd="0" presId="urn:microsoft.com/office/officeart/2005/8/layout/chevron2"/>
    <dgm:cxn modelId="{BEA08F20-DE3D-4E4A-A647-14580E566387}" type="presParOf" srcId="{F860F32B-FADF-4F41-B2FC-21DFC073F1DF}" destId="{A4496F6D-E16D-4840-A8C7-83EBE3635D4B}" srcOrd="4" destOrd="0" presId="urn:microsoft.com/office/officeart/2005/8/layout/chevron2"/>
    <dgm:cxn modelId="{5BA8A0EB-8783-425B-B397-1904A96F8073}" type="presParOf" srcId="{A4496F6D-E16D-4840-A8C7-83EBE3635D4B}" destId="{31B9469A-2336-4AD1-A518-876D56F44EDB}" srcOrd="0" destOrd="0" presId="urn:microsoft.com/office/officeart/2005/8/layout/chevron2"/>
    <dgm:cxn modelId="{263FE070-414D-48AC-8188-FEC79EA7F880}" type="presParOf" srcId="{A4496F6D-E16D-4840-A8C7-83EBE3635D4B}" destId="{FD8A159B-F7A1-4C0C-B4D9-1C4CC2145A1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6B01FFE-227D-4ADC-AFD9-8355CE4EE373}"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925D7351-D29E-449D-9C4F-E317F40E3200}">
      <dgm:prSet phldrT="[Text]" custT="1"/>
      <dgm:spPr/>
      <dgm:t>
        <a:bodyPr/>
        <a:lstStyle/>
        <a:p>
          <a:r>
            <a:rPr lang="en-US" sz="1800" dirty="0" smtClean="0"/>
            <a:t>Sensor values are uploaded to an IOT cloud platform</a:t>
          </a:r>
          <a:endParaRPr lang="en-US" sz="1800" dirty="0"/>
        </a:p>
      </dgm:t>
    </dgm:pt>
    <dgm:pt modelId="{BA669E7D-25C9-472A-8142-870CCAA7EE02}" type="parTrans" cxnId="{1FA27004-F18A-40BC-843E-0F218A9332BB}">
      <dgm:prSet/>
      <dgm:spPr/>
      <dgm:t>
        <a:bodyPr/>
        <a:lstStyle/>
        <a:p>
          <a:endParaRPr lang="en-US"/>
        </a:p>
      </dgm:t>
    </dgm:pt>
    <dgm:pt modelId="{C4FFF36E-4CA2-4153-AB96-AC4F72D499D3}" type="sibTrans" cxnId="{1FA27004-F18A-40BC-843E-0F218A9332BB}">
      <dgm:prSet/>
      <dgm:spPr/>
      <dgm:t>
        <a:bodyPr/>
        <a:lstStyle/>
        <a:p>
          <a:endParaRPr lang="en-US"/>
        </a:p>
      </dgm:t>
    </dgm:pt>
    <dgm:pt modelId="{24E98BA6-8B1E-4701-A4D5-785C1DA9674D}">
      <dgm:prSet phldrT="[Text]"/>
      <dgm:spPr/>
      <dgm:t>
        <a:bodyPr/>
        <a:lstStyle/>
        <a:p>
          <a:endParaRPr lang="en-US" dirty="0"/>
        </a:p>
      </dgm:t>
    </dgm:pt>
    <dgm:pt modelId="{96721C8A-43E0-435D-8682-861211130A3E}" type="parTrans" cxnId="{E6FAC02C-82CF-4F25-A4C5-9DD427F7FF75}">
      <dgm:prSet/>
      <dgm:spPr/>
      <dgm:t>
        <a:bodyPr/>
        <a:lstStyle/>
        <a:p>
          <a:endParaRPr lang="en-US"/>
        </a:p>
      </dgm:t>
    </dgm:pt>
    <dgm:pt modelId="{B41CAA47-61AE-4EB5-BB17-00E8FA3D4F07}" type="sibTrans" cxnId="{E6FAC02C-82CF-4F25-A4C5-9DD427F7FF75}">
      <dgm:prSet/>
      <dgm:spPr/>
      <dgm:t>
        <a:bodyPr/>
        <a:lstStyle/>
        <a:p>
          <a:endParaRPr lang="en-US"/>
        </a:p>
      </dgm:t>
    </dgm:pt>
    <dgm:pt modelId="{6191A8F8-C1E8-4CA5-962F-7575E74DED56}">
      <dgm:prSet phldrT="[Text]" custT="1"/>
      <dgm:spPr/>
      <dgm:t>
        <a:bodyPr/>
        <a:lstStyle/>
        <a:p>
          <a:r>
            <a:rPr lang="en-US" sz="1800" dirty="0" smtClean="0"/>
            <a:t>Historical data is restored</a:t>
          </a:r>
          <a:endParaRPr lang="en-US" sz="1800" dirty="0"/>
        </a:p>
      </dgm:t>
    </dgm:pt>
    <dgm:pt modelId="{D574D33F-5249-4478-B1E9-7C87561C7B2E}" type="parTrans" cxnId="{60ED0F79-1A4A-45B5-A459-1BF51552E741}">
      <dgm:prSet/>
      <dgm:spPr/>
      <dgm:t>
        <a:bodyPr/>
        <a:lstStyle/>
        <a:p>
          <a:endParaRPr lang="en-US"/>
        </a:p>
      </dgm:t>
    </dgm:pt>
    <dgm:pt modelId="{BBE9C3DA-D6D7-4DFE-93ED-DF92D27A5396}" type="sibTrans" cxnId="{60ED0F79-1A4A-45B5-A459-1BF51552E741}">
      <dgm:prSet/>
      <dgm:spPr/>
      <dgm:t>
        <a:bodyPr/>
        <a:lstStyle/>
        <a:p>
          <a:endParaRPr lang="en-US"/>
        </a:p>
      </dgm:t>
    </dgm:pt>
    <dgm:pt modelId="{79B37CE4-3A92-40C5-A3A4-726CF0C6BDFD}">
      <dgm:prSet phldrT="[Text]" custT="1"/>
      <dgm:spPr/>
      <dgm:t>
        <a:bodyPr/>
        <a:lstStyle/>
        <a:p>
          <a:r>
            <a:rPr lang="en-US" sz="1400" dirty="0" smtClean="0"/>
            <a:t>If any parameter exceeds its threshold:</a:t>
          </a:r>
          <a:endParaRPr lang="en-US" sz="1400" dirty="0"/>
        </a:p>
      </dgm:t>
    </dgm:pt>
    <dgm:pt modelId="{D1E2CECE-08C5-42A4-B2D1-2E297F25538D}" type="parTrans" cxnId="{9FFD1536-1B4E-40FC-9A36-3E2C60577EFE}">
      <dgm:prSet/>
      <dgm:spPr/>
      <dgm:t>
        <a:bodyPr/>
        <a:lstStyle/>
        <a:p>
          <a:endParaRPr lang="en-US"/>
        </a:p>
      </dgm:t>
    </dgm:pt>
    <dgm:pt modelId="{F13546D5-6DEA-41D3-9DE4-358FF06FE4A5}" type="sibTrans" cxnId="{9FFD1536-1B4E-40FC-9A36-3E2C60577EFE}">
      <dgm:prSet/>
      <dgm:spPr/>
      <dgm:t>
        <a:bodyPr/>
        <a:lstStyle/>
        <a:p>
          <a:endParaRPr lang="en-US"/>
        </a:p>
      </dgm:t>
    </dgm:pt>
    <dgm:pt modelId="{FAD3E23E-F1FC-4D3A-BB28-A291FD14C564}">
      <dgm:prSet phldrT="[Text]" custT="1"/>
      <dgm:spPr/>
      <dgm:t>
        <a:bodyPr/>
        <a:lstStyle/>
        <a:p>
          <a:r>
            <a:rPr lang="en-US" sz="1400" dirty="0" smtClean="0"/>
            <a:t>       BUZZER activates</a:t>
          </a:r>
          <a:endParaRPr lang="en-US" sz="1400" dirty="0"/>
        </a:p>
      </dgm:t>
    </dgm:pt>
    <dgm:pt modelId="{99EEDD1A-BDCE-44D6-A7FC-722497F83A3C}" type="parTrans" cxnId="{ACE2353A-7392-4632-A183-9877114D0E24}">
      <dgm:prSet/>
      <dgm:spPr/>
      <dgm:t>
        <a:bodyPr/>
        <a:lstStyle/>
        <a:p>
          <a:endParaRPr lang="en-US"/>
        </a:p>
      </dgm:t>
    </dgm:pt>
    <dgm:pt modelId="{516F133E-476A-4737-A3FB-17E83CD3C400}" type="sibTrans" cxnId="{ACE2353A-7392-4632-A183-9877114D0E24}">
      <dgm:prSet/>
      <dgm:spPr/>
      <dgm:t>
        <a:bodyPr/>
        <a:lstStyle/>
        <a:p>
          <a:endParaRPr lang="en-US"/>
        </a:p>
      </dgm:t>
    </dgm:pt>
    <dgm:pt modelId="{9D4F1088-0CCB-4AC4-A7B8-7D984A3001FA}">
      <dgm:prSet phldrT="[Text]" custT="1"/>
      <dgm:spPr/>
      <dgm:t>
        <a:bodyPr/>
        <a:lstStyle/>
        <a:p>
          <a:r>
            <a:rPr lang="en-US" sz="1400" dirty="0" smtClean="0"/>
            <a:t>        Alert notification</a:t>
          </a:r>
          <a:endParaRPr lang="en-US" sz="1400" dirty="0"/>
        </a:p>
      </dgm:t>
    </dgm:pt>
    <dgm:pt modelId="{915A6D1B-6FB1-47EC-AC64-BC21308437FB}" type="parTrans" cxnId="{9BBE5F4E-150A-497F-A771-74CAB83A5E64}">
      <dgm:prSet/>
      <dgm:spPr/>
      <dgm:t>
        <a:bodyPr/>
        <a:lstStyle/>
        <a:p>
          <a:endParaRPr lang="en-US"/>
        </a:p>
      </dgm:t>
    </dgm:pt>
    <dgm:pt modelId="{A1F08EBE-90CC-4EB4-B70A-BC79845F8E30}" type="sibTrans" cxnId="{9BBE5F4E-150A-497F-A771-74CAB83A5E64}">
      <dgm:prSet/>
      <dgm:spPr/>
      <dgm:t>
        <a:bodyPr/>
        <a:lstStyle/>
        <a:p>
          <a:endParaRPr lang="en-US"/>
        </a:p>
      </dgm:t>
    </dgm:pt>
    <dgm:pt modelId="{BE734622-1D4C-4710-B168-D81C54196B77}">
      <dgm:prSet phldrT="[Text]"/>
      <dgm:spPr/>
      <dgm:t>
        <a:bodyPr/>
        <a:lstStyle/>
        <a:p>
          <a:endParaRPr lang="en-US" dirty="0"/>
        </a:p>
      </dgm:t>
    </dgm:pt>
    <dgm:pt modelId="{5865DD66-6D97-4CFE-BC07-6984F805BA86}" type="sibTrans" cxnId="{7F3B6605-75C9-4473-BB74-2436445792B4}">
      <dgm:prSet/>
      <dgm:spPr/>
      <dgm:t>
        <a:bodyPr/>
        <a:lstStyle/>
        <a:p>
          <a:endParaRPr lang="en-US"/>
        </a:p>
      </dgm:t>
    </dgm:pt>
    <dgm:pt modelId="{D5A0252A-BAFB-4715-A49C-9E33A8EEE256}" type="parTrans" cxnId="{7F3B6605-75C9-4473-BB74-2436445792B4}">
      <dgm:prSet/>
      <dgm:spPr/>
      <dgm:t>
        <a:bodyPr/>
        <a:lstStyle/>
        <a:p>
          <a:endParaRPr lang="en-US"/>
        </a:p>
      </dgm:t>
    </dgm:pt>
    <dgm:pt modelId="{C277D0D2-8C6C-4A56-8CA3-1BE242B3DC7E}">
      <dgm:prSet phldrT="[Text]"/>
      <dgm:spPr/>
      <dgm:t>
        <a:bodyPr/>
        <a:lstStyle/>
        <a:p>
          <a:endParaRPr lang="en-US" dirty="0"/>
        </a:p>
      </dgm:t>
    </dgm:pt>
    <dgm:pt modelId="{C4FEFBFD-F20E-4D9E-8FF6-1017B141631F}" type="sibTrans" cxnId="{611A2471-3312-45B7-A6F5-11B25AF89472}">
      <dgm:prSet/>
      <dgm:spPr/>
      <dgm:t>
        <a:bodyPr/>
        <a:lstStyle/>
        <a:p>
          <a:endParaRPr lang="en-US"/>
        </a:p>
      </dgm:t>
    </dgm:pt>
    <dgm:pt modelId="{F173E7A8-9B8F-4F14-8AD9-CCF415140954}" type="parTrans" cxnId="{611A2471-3312-45B7-A6F5-11B25AF89472}">
      <dgm:prSet/>
      <dgm:spPr/>
      <dgm:t>
        <a:bodyPr/>
        <a:lstStyle/>
        <a:p>
          <a:endParaRPr lang="en-US"/>
        </a:p>
      </dgm:t>
    </dgm:pt>
    <dgm:pt modelId="{8A7B0B45-8DFC-4CE8-B87D-22A5BD58E625}" type="pres">
      <dgm:prSet presAssocID="{96B01FFE-227D-4ADC-AFD9-8355CE4EE373}" presName="linearFlow" presStyleCnt="0">
        <dgm:presLayoutVars>
          <dgm:dir/>
          <dgm:animLvl val="lvl"/>
          <dgm:resizeHandles val="exact"/>
        </dgm:presLayoutVars>
      </dgm:prSet>
      <dgm:spPr/>
      <dgm:t>
        <a:bodyPr/>
        <a:lstStyle/>
        <a:p>
          <a:endParaRPr lang="en-US"/>
        </a:p>
      </dgm:t>
    </dgm:pt>
    <dgm:pt modelId="{47EFDF1F-2B15-4BDB-91DA-54EE5223FC13}" type="pres">
      <dgm:prSet presAssocID="{BE734622-1D4C-4710-B168-D81C54196B77}" presName="composite" presStyleCnt="0"/>
      <dgm:spPr/>
    </dgm:pt>
    <dgm:pt modelId="{D7237545-5DC7-45DD-9795-4F552A002A56}" type="pres">
      <dgm:prSet presAssocID="{BE734622-1D4C-4710-B168-D81C54196B77}" presName="parentText" presStyleLbl="alignNode1" presStyleIdx="0" presStyleCnt="3">
        <dgm:presLayoutVars>
          <dgm:chMax val="1"/>
          <dgm:bulletEnabled val="1"/>
        </dgm:presLayoutVars>
      </dgm:prSet>
      <dgm:spPr/>
      <dgm:t>
        <a:bodyPr/>
        <a:lstStyle/>
        <a:p>
          <a:endParaRPr lang="en-US"/>
        </a:p>
      </dgm:t>
    </dgm:pt>
    <dgm:pt modelId="{A796FE75-8DFF-4D9F-BCD3-E60DEE5F2724}" type="pres">
      <dgm:prSet presAssocID="{BE734622-1D4C-4710-B168-D81C54196B77}" presName="descendantText" presStyleLbl="alignAcc1" presStyleIdx="0" presStyleCnt="3" custScaleX="99784" custScaleY="98002">
        <dgm:presLayoutVars>
          <dgm:bulletEnabled val="1"/>
        </dgm:presLayoutVars>
      </dgm:prSet>
      <dgm:spPr/>
      <dgm:t>
        <a:bodyPr/>
        <a:lstStyle/>
        <a:p>
          <a:endParaRPr lang="en-US"/>
        </a:p>
      </dgm:t>
    </dgm:pt>
    <dgm:pt modelId="{159D6AE1-2E4E-4DBF-B9B6-9F05B35F972C}" type="pres">
      <dgm:prSet presAssocID="{5865DD66-6D97-4CFE-BC07-6984F805BA86}" presName="sp" presStyleCnt="0"/>
      <dgm:spPr/>
    </dgm:pt>
    <dgm:pt modelId="{38A0526C-3C16-46FB-A863-A855EB80D053}" type="pres">
      <dgm:prSet presAssocID="{24E98BA6-8B1E-4701-A4D5-785C1DA9674D}" presName="composite" presStyleCnt="0"/>
      <dgm:spPr/>
    </dgm:pt>
    <dgm:pt modelId="{31833467-C79C-4689-AAD2-AFC7AB1A5BE2}" type="pres">
      <dgm:prSet presAssocID="{24E98BA6-8B1E-4701-A4D5-785C1DA9674D}" presName="parentText" presStyleLbl="alignNode1" presStyleIdx="1" presStyleCnt="3">
        <dgm:presLayoutVars>
          <dgm:chMax val="1"/>
          <dgm:bulletEnabled val="1"/>
        </dgm:presLayoutVars>
      </dgm:prSet>
      <dgm:spPr/>
      <dgm:t>
        <a:bodyPr/>
        <a:lstStyle/>
        <a:p>
          <a:endParaRPr lang="en-US"/>
        </a:p>
      </dgm:t>
    </dgm:pt>
    <dgm:pt modelId="{470693C0-3FB0-415A-AB99-FB8D2F6F208E}" type="pres">
      <dgm:prSet presAssocID="{24E98BA6-8B1E-4701-A4D5-785C1DA9674D}" presName="descendantText" presStyleLbl="alignAcc1" presStyleIdx="1" presStyleCnt="3" custLinFactNeighborY="0">
        <dgm:presLayoutVars>
          <dgm:bulletEnabled val="1"/>
        </dgm:presLayoutVars>
      </dgm:prSet>
      <dgm:spPr/>
      <dgm:t>
        <a:bodyPr/>
        <a:lstStyle/>
        <a:p>
          <a:endParaRPr lang="en-US"/>
        </a:p>
      </dgm:t>
    </dgm:pt>
    <dgm:pt modelId="{D30363A4-9F60-4F5C-A973-D0F028826880}" type="pres">
      <dgm:prSet presAssocID="{B41CAA47-61AE-4EB5-BB17-00E8FA3D4F07}" presName="sp" presStyleCnt="0"/>
      <dgm:spPr/>
    </dgm:pt>
    <dgm:pt modelId="{ADD3D881-D323-44F0-8C87-6B3E915ACCDD}" type="pres">
      <dgm:prSet presAssocID="{C277D0D2-8C6C-4A56-8CA3-1BE242B3DC7E}" presName="composite" presStyleCnt="0"/>
      <dgm:spPr/>
    </dgm:pt>
    <dgm:pt modelId="{0DD61EB3-D1F9-4768-9696-09B456A3022E}" type="pres">
      <dgm:prSet presAssocID="{C277D0D2-8C6C-4A56-8CA3-1BE242B3DC7E}" presName="parentText" presStyleLbl="alignNode1" presStyleIdx="2" presStyleCnt="3">
        <dgm:presLayoutVars>
          <dgm:chMax val="1"/>
          <dgm:bulletEnabled val="1"/>
        </dgm:presLayoutVars>
      </dgm:prSet>
      <dgm:spPr/>
      <dgm:t>
        <a:bodyPr/>
        <a:lstStyle/>
        <a:p>
          <a:endParaRPr lang="en-US"/>
        </a:p>
      </dgm:t>
    </dgm:pt>
    <dgm:pt modelId="{B43B8E73-EB65-4AC4-AB99-98C98F384408}" type="pres">
      <dgm:prSet presAssocID="{C277D0D2-8C6C-4A56-8CA3-1BE242B3DC7E}" presName="descendantText" presStyleLbl="alignAcc1" presStyleIdx="2" presStyleCnt="3">
        <dgm:presLayoutVars>
          <dgm:bulletEnabled val="1"/>
        </dgm:presLayoutVars>
      </dgm:prSet>
      <dgm:spPr/>
      <dgm:t>
        <a:bodyPr/>
        <a:lstStyle/>
        <a:p>
          <a:endParaRPr lang="en-US"/>
        </a:p>
      </dgm:t>
    </dgm:pt>
  </dgm:ptLst>
  <dgm:cxnLst>
    <dgm:cxn modelId="{7F3B6605-75C9-4473-BB74-2436445792B4}" srcId="{96B01FFE-227D-4ADC-AFD9-8355CE4EE373}" destId="{BE734622-1D4C-4710-B168-D81C54196B77}" srcOrd="0" destOrd="0" parTransId="{D5A0252A-BAFB-4715-A49C-9E33A8EEE256}" sibTransId="{5865DD66-6D97-4CFE-BC07-6984F805BA86}"/>
    <dgm:cxn modelId="{9FFD1536-1B4E-40FC-9A36-3E2C60577EFE}" srcId="{C277D0D2-8C6C-4A56-8CA3-1BE242B3DC7E}" destId="{79B37CE4-3A92-40C5-A3A4-726CF0C6BDFD}" srcOrd="0" destOrd="0" parTransId="{D1E2CECE-08C5-42A4-B2D1-2E297F25538D}" sibTransId="{F13546D5-6DEA-41D3-9DE4-358FF06FE4A5}"/>
    <dgm:cxn modelId="{1FA27004-F18A-40BC-843E-0F218A9332BB}" srcId="{BE734622-1D4C-4710-B168-D81C54196B77}" destId="{925D7351-D29E-449D-9C4F-E317F40E3200}" srcOrd="0" destOrd="0" parTransId="{BA669E7D-25C9-472A-8142-870CCAA7EE02}" sibTransId="{C4FFF36E-4CA2-4153-AB96-AC4F72D499D3}"/>
    <dgm:cxn modelId="{1ED4DDB6-D076-4D94-A3DC-12223877AABD}" type="presOf" srcId="{79B37CE4-3A92-40C5-A3A4-726CF0C6BDFD}" destId="{B43B8E73-EB65-4AC4-AB99-98C98F384408}" srcOrd="0" destOrd="0" presId="urn:microsoft.com/office/officeart/2005/8/layout/chevron2"/>
    <dgm:cxn modelId="{E1646E33-9676-46DA-8F76-4F0D946DECE3}" type="presOf" srcId="{FAD3E23E-F1FC-4D3A-BB28-A291FD14C564}" destId="{B43B8E73-EB65-4AC4-AB99-98C98F384408}" srcOrd="0" destOrd="1" presId="urn:microsoft.com/office/officeart/2005/8/layout/chevron2"/>
    <dgm:cxn modelId="{D4F2BA03-4319-45BD-81CD-A2ADD2F9FA0D}" type="presOf" srcId="{6191A8F8-C1E8-4CA5-962F-7575E74DED56}" destId="{470693C0-3FB0-415A-AB99-FB8D2F6F208E}" srcOrd="0" destOrd="0" presId="urn:microsoft.com/office/officeart/2005/8/layout/chevron2"/>
    <dgm:cxn modelId="{93212C4C-C536-4A8C-BCBC-5AD354DCE9D1}" type="presOf" srcId="{BE734622-1D4C-4710-B168-D81C54196B77}" destId="{D7237545-5DC7-45DD-9795-4F552A002A56}" srcOrd="0" destOrd="0" presId="urn:microsoft.com/office/officeart/2005/8/layout/chevron2"/>
    <dgm:cxn modelId="{60ED0F79-1A4A-45B5-A459-1BF51552E741}" srcId="{24E98BA6-8B1E-4701-A4D5-785C1DA9674D}" destId="{6191A8F8-C1E8-4CA5-962F-7575E74DED56}" srcOrd="0" destOrd="0" parTransId="{D574D33F-5249-4478-B1E9-7C87561C7B2E}" sibTransId="{BBE9C3DA-D6D7-4DFE-93ED-DF92D27A5396}"/>
    <dgm:cxn modelId="{611A2471-3312-45B7-A6F5-11B25AF89472}" srcId="{96B01FFE-227D-4ADC-AFD9-8355CE4EE373}" destId="{C277D0D2-8C6C-4A56-8CA3-1BE242B3DC7E}" srcOrd="2" destOrd="0" parTransId="{F173E7A8-9B8F-4F14-8AD9-CCF415140954}" sibTransId="{C4FEFBFD-F20E-4D9E-8FF6-1017B141631F}"/>
    <dgm:cxn modelId="{CD581085-157F-4CD9-8CC9-E9B837A5BD20}" type="presOf" srcId="{96B01FFE-227D-4ADC-AFD9-8355CE4EE373}" destId="{8A7B0B45-8DFC-4CE8-B87D-22A5BD58E625}" srcOrd="0" destOrd="0" presId="urn:microsoft.com/office/officeart/2005/8/layout/chevron2"/>
    <dgm:cxn modelId="{ACE2353A-7392-4632-A183-9877114D0E24}" srcId="{C277D0D2-8C6C-4A56-8CA3-1BE242B3DC7E}" destId="{FAD3E23E-F1FC-4D3A-BB28-A291FD14C564}" srcOrd="1" destOrd="0" parTransId="{99EEDD1A-BDCE-44D6-A7FC-722497F83A3C}" sibTransId="{516F133E-476A-4737-A3FB-17E83CD3C400}"/>
    <dgm:cxn modelId="{C79400F8-6121-4FFD-8939-5FDDC7C491C0}" type="presOf" srcId="{C277D0D2-8C6C-4A56-8CA3-1BE242B3DC7E}" destId="{0DD61EB3-D1F9-4768-9696-09B456A3022E}" srcOrd="0" destOrd="0" presId="urn:microsoft.com/office/officeart/2005/8/layout/chevron2"/>
    <dgm:cxn modelId="{E6FAC02C-82CF-4F25-A4C5-9DD427F7FF75}" srcId="{96B01FFE-227D-4ADC-AFD9-8355CE4EE373}" destId="{24E98BA6-8B1E-4701-A4D5-785C1DA9674D}" srcOrd="1" destOrd="0" parTransId="{96721C8A-43E0-435D-8682-861211130A3E}" sibTransId="{B41CAA47-61AE-4EB5-BB17-00E8FA3D4F07}"/>
    <dgm:cxn modelId="{518BCA90-F2FD-4C44-ABD5-08EB94AB3E1A}" type="presOf" srcId="{9D4F1088-0CCB-4AC4-A7B8-7D984A3001FA}" destId="{B43B8E73-EB65-4AC4-AB99-98C98F384408}" srcOrd="0" destOrd="2" presId="urn:microsoft.com/office/officeart/2005/8/layout/chevron2"/>
    <dgm:cxn modelId="{9BBE5F4E-150A-497F-A771-74CAB83A5E64}" srcId="{C277D0D2-8C6C-4A56-8CA3-1BE242B3DC7E}" destId="{9D4F1088-0CCB-4AC4-A7B8-7D984A3001FA}" srcOrd="2" destOrd="0" parTransId="{915A6D1B-6FB1-47EC-AC64-BC21308437FB}" sibTransId="{A1F08EBE-90CC-4EB4-B70A-BC79845F8E30}"/>
    <dgm:cxn modelId="{C95DC34D-7F03-4798-9827-9EA5548A486D}" type="presOf" srcId="{925D7351-D29E-449D-9C4F-E317F40E3200}" destId="{A796FE75-8DFF-4D9F-BCD3-E60DEE5F2724}" srcOrd="0" destOrd="0" presId="urn:microsoft.com/office/officeart/2005/8/layout/chevron2"/>
    <dgm:cxn modelId="{969B954B-F5CC-4831-BB3A-1AAD85C07F9C}" type="presOf" srcId="{24E98BA6-8B1E-4701-A4D5-785C1DA9674D}" destId="{31833467-C79C-4689-AAD2-AFC7AB1A5BE2}" srcOrd="0" destOrd="0" presId="urn:microsoft.com/office/officeart/2005/8/layout/chevron2"/>
    <dgm:cxn modelId="{440ED51C-E13C-4275-A8A7-3C559158E17C}" type="presParOf" srcId="{8A7B0B45-8DFC-4CE8-B87D-22A5BD58E625}" destId="{47EFDF1F-2B15-4BDB-91DA-54EE5223FC13}" srcOrd="0" destOrd="0" presId="urn:microsoft.com/office/officeart/2005/8/layout/chevron2"/>
    <dgm:cxn modelId="{ACB89F99-42C4-4561-9022-26C2FA037F71}" type="presParOf" srcId="{47EFDF1F-2B15-4BDB-91DA-54EE5223FC13}" destId="{D7237545-5DC7-45DD-9795-4F552A002A56}" srcOrd="0" destOrd="0" presId="urn:microsoft.com/office/officeart/2005/8/layout/chevron2"/>
    <dgm:cxn modelId="{083517EB-65E9-47D9-AF27-9F4317935CBC}" type="presParOf" srcId="{47EFDF1F-2B15-4BDB-91DA-54EE5223FC13}" destId="{A796FE75-8DFF-4D9F-BCD3-E60DEE5F2724}" srcOrd="1" destOrd="0" presId="urn:microsoft.com/office/officeart/2005/8/layout/chevron2"/>
    <dgm:cxn modelId="{E0EF2D23-493A-4802-95A1-0BDFCB818BA2}" type="presParOf" srcId="{8A7B0B45-8DFC-4CE8-B87D-22A5BD58E625}" destId="{159D6AE1-2E4E-4DBF-B9B6-9F05B35F972C}" srcOrd="1" destOrd="0" presId="urn:microsoft.com/office/officeart/2005/8/layout/chevron2"/>
    <dgm:cxn modelId="{753B7415-2136-4548-BCDC-6B6E826F9B75}" type="presParOf" srcId="{8A7B0B45-8DFC-4CE8-B87D-22A5BD58E625}" destId="{38A0526C-3C16-46FB-A863-A855EB80D053}" srcOrd="2" destOrd="0" presId="urn:microsoft.com/office/officeart/2005/8/layout/chevron2"/>
    <dgm:cxn modelId="{55F7859F-5BBF-451A-B3EF-B4D28213D7DF}" type="presParOf" srcId="{38A0526C-3C16-46FB-A863-A855EB80D053}" destId="{31833467-C79C-4689-AAD2-AFC7AB1A5BE2}" srcOrd="0" destOrd="0" presId="urn:microsoft.com/office/officeart/2005/8/layout/chevron2"/>
    <dgm:cxn modelId="{BCDA5C3E-6235-413D-A175-E50601A1AF1A}" type="presParOf" srcId="{38A0526C-3C16-46FB-A863-A855EB80D053}" destId="{470693C0-3FB0-415A-AB99-FB8D2F6F208E}" srcOrd="1" destOrd="0" presId="urn:microsoft.com/office/officeart/2005/8/layout/chevron2"/>
    <dgm:cxn modelId="{AC7E8721-80A4-45D6-9A72-1C80C0C8B1BE}" type="presParOf" srcId="{8A7B0B45-8DFC-4CE8-B87D-22A5BD58E625}" destId="{D30363A4-9F60-4F5C-A973-D0F028826880}" srcOrd="3" destOrd="0" presId="urn:microsoft.com/office/officeart/2005/8/layout/chevron2"/>
    <dgm:cxn modelId="{1D31BD1A-669B-4B13-8BE1-267DBEAC0E04}" type="presParOf" srcId="{8A7B0B45-8DFC-4CE8-B87D-22A5BD58E625}" destId="{ADD3D881-D323-44F0-8C87-6B3E915ACCDD}" srcOrd="4" destOrd="0" presId="urn:microsoft.com/office/officeart/2005/8/layout/chevron2"/>
    <dgm:cxn modelId="{C3EDF95A-9A39-4CF0-9F6E-4D9143A6BF4F}" type="presParOf" srcId="{ADD3D881-D323-44F0-8C87-6B3E915ACCDD}" destId="{0DD61EB3-D1F9-4768-9696-09B456A3022E}" srcOrd="0" destOrd="0" presId="urn:microsoft.com/office/officeart/2005/8/layout/chevron2"/>
    <dgm:cxn modelId="{6CC8773C-7D6E-4B9A-9F2A-53A943E5ED12}" type="presParOf" srcId="{ADD3D881-D323-44F0-8C87-6B3E915ACCDD}" destId="{B43B8E73-EB65-4AC4-AB99-98C98F384408}"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8179928-2D8B-4151-82AE-9DF11514C31E}"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DC793AE3-8484-419E-BE3A-B16B47E3828D}">
      <dgm:prSet phldrT="[Text]" custT="1"/>
      <dgm:spPr/>
      <dgm:t>
        <a:bodyPr/>
        <a:lstStyle/>
        <a:p>
          <a:r>
            <a:rPr lang="en-US" sz="2400" dirty="0" smtClean="0">
              <a:latin typeface="Arial Rounded MT Bold" panose="020F0704030504030204" pitchFamily="34" charset="0"/>
            </a:rPr>
            <a:t>Digital Dashboard</a:t>
          </a:r>
          <a:endParaRPr lang="en-US" sz="2400" dirty="0">
            <a:latin typeface="Arial Rounded MT Bold" panose="020F0704030504030204" pitchFamily="34" charset="0"/>
          </a:endParaRPr>
        </a:p>
      </dgm:t>
    </dgm:pt>
    <dgm:pt modelId="{94FD1850-8051-44DB-B130-7014AD7E4EBA}" type="parTrans" cxnId="{7C98B66D-F368-40BE-9657-7E9CBA20B169}">
      <dgm:prSet/>
      <dgm:spPr/>
      <dgm:t>
        <a:bodyPr/>
        <a:lstStyle/>
        <a:p>
          <a:endParaRPr lang="en-US"/>
        </a:p>
      </dgm:t>
    </dgm:pt>
    <dgm:pt modelId="{8906275C-521B-4B56-AF4D-7449A8A9FB5E}" type="sibTrans" cxnId="{7C98B66D-F368-40BE-9657-7E9CBA20B169}">
      <dgm:prSet/>
      <dgm:spPr/>
      <dgm:t>
        <a:bodyPr/>
        <a:lstStyle/>
        <a:p>
          <a:endParaRPr lang="en-US"/>
        </a:p>
      </dgm:t>
    </dgm:pt>
    <dgm:pt modelId="{79C43109-EAB6-444F-A636-609D7F98C60C}">
      <dgm:prSet phldrT="[Text]"/>
      <dgm:spPr/>
      <dgm:t>
        <a:bodyPr/>
        <a:lstStyle/>
        <a:p>
          <a:r>
            <a:rPr lang="en-US" dirty="0" smtClean="0">
              <a:latin typeface="Arial Black" panose="020B0A04020102020204" pitchFamily="34" charset="0"/>
            </a:rPr>
            <a:t>Centralized Monitoring</a:t>
          </a:r>
          <a:r>
            <a:rPr lang="en-US" dirty="0" smtClean="0"/>
            <a:t>: Real-time visibility into all warehouse zones from a single interface.</a:t>
          </a:r>
          <a:endParaRPr lang="en-US" dirty="0"/>
        </a:p>
      </dgm:t>
    </dgm:pt>
    <dgm:pt modelId="{E5F73949-E699-42D9-B81E-34642D4EF6F2}" type="parTrans" cxnId="{CAB342DA-2452-4657-9AFE-24A3E3BD2529}">
      <dgm:prSet/>
      <dgm:spPr/>
      <dgm:t>
        <a:bodyPr/>
        <a:lstStyle/>
        <a:p>
          <a:endParaRPr lang="en-US"/>
        </a:p>
      </dgm:t>
    </dgm:pt>
    <dgm:pt modelId="{7A17A191-C761-4461-9037-4D51FBC29A0D}" type="sibTrans" cxnId="{CAB342DA-2452-4657-9AFE-24A3E3BD2529}">
      <dgm:prSet/>
      <dgm:spPr/>
      <dgm:t>
        <a:bodyPr/>
        <a:lstStyle/>
        <a:p>
          <a:endParaRPr lang="en-US"/>
        </a:p>
      </dgm:t>
    </dgm:pt>
    <dgm:pt modelId="{4EB798AA-8EBF-4489-8727-8204ACE459EB}">
      <dgm:prSet phldrT="[Text]"/>
      <dgm:spPr/>
      <dgm:t>
        <a:bodyPr/>
        <a:lstStyle/>
        <a:p>
          <a:r>
            <a:rPr lang="en-US" dirty="0" smtClean="0">
              <a:latin typeface="Arial Black" panose="020B0A04020102020204" pitchFamily="34" charset="0"/>
            </a:rPr>
            <a:t>Intelligent Status Logic</a:t>
          </a:r>
          <a:r>
            <a:rPr lang="en-US" dirty="0" smtClean="0"/>
            <a:t>: Uses a 3-tier LED visual system to represent environmental health:</a:t>
          </a:r>
          <a:endParaRPr lang="en-US" dirty="0"/>
        </a:p>
      </dgm:t>
    </dgm:pt>
    <dgm:pt modelId="{BD2EE046-B1C3-4C4E-AA92-29381FBDD146}" type="parTrans" cxnId="{CDD9C930-0629-4244-A97C-3039DDCDEE63}">
      <dgm:prSet/>
      <dgm:spPr/>
      <dgm:t>
        <a:bodyPr/>
        <a:lstStyle/>
        <a:p>
          <a:endParaRPr lang="en-US"/>
        </a:p>
      </dgm:t>
    </dgm:pt>
    <dgm:pt modelId="{F499404E-75BB-4114-80D7-3CA68D37E7AD}" type="sibTrans" cxnId="{CDD9C930-0629-4244-A97C-3039DDCDEE63}">
      <dgm:prSet/>
      <dgm:spPr/>
      <dgm:t>
        <a:bodyPr/>
        <a:lstStyle/>
        <a:p>
          <a:endParaRPr lang="en-US"/>
        </a:p>
      </dgm:t>
    </dgm:pt>
    <dgm:pt modelId="{63510343-CC18-4AD0-9EAF-2833AEED6961}">
      <dgm:prSet phldrT="[Text]"/>
      <dgm:spPr/>
      <dgm:t>
        <a:bodyPr/>
        <a:lstStyle/>
        <a:p>
          <a:r>
            <a:rPr lang="en-US" dirty="0" smtClean="0">
              <a:latin typeface="Arial Black" panose="020B0A04020102020204" pitchFamily="34" charset="0"/>
            </a:rPr>
            <a:t>Data Analytics</a:t>
          </a:r>
          <a:r>
            <a:rPr lang="en-US" dirty="0" smtClean="0"/>
            <a:t>: Integrated graphs for historical temperature/humidity tracking.</a:t>
          </a:r>
          <a:endParaRPr lang="en-US" dirty="0"/>
        </a:p>
      </dgm:t>
    </dgm:pt>
    <dgm:pt modelId="{5412A75C-75BF-426E-9F7F-040E6B13D7FC}" type="parTrans" cxnId="{B18C5B08-5839-45BF-9B1B-B4499E242E7C}">
      <dgm:prSet/>
      <dgm:spPr/>
      <dgm:t>
        <a:bodyPr/>
        <a:lstStyle/>
        <a:p>
          <a:endParaRPr lang="en-US"/>
        </a:p>
      </dgm:t>
    </dgm:pt>
    <dgm:pt modelId="{FF26B285-5CDE-4780-8A9E-1B9A242DB51F}" type="sibTrans" cxnId="{B18C5B08-5839-45BF-9B1B-B4499E242E7C}">
      <dgm:prSet/>
      <dgm:spPr/>
      <dgm:t>
        <a:bodyPr/>
        <a:lstStyle/>
        <a:p>
          <a:endParaRPr lang="en-US"/>
        </a:p>
      </dgm:t>
    </dgm:pt>
    <dgm:pt modelId="{E2ADB3BA-8357-4AFD-A674-0F91491B5652}">
      <dgm:prSet phldrT="[Text]"/>
      <dgm:spPr/>
      <dgm:t>
        <a:bodyPr/>
        <a:lstStyle/>
        <a:p>
          <a:r>
            <a:rPr lang="en-US" dirty="0" smtClean="0">
              <a:latin typeface="Arial Black" panose="020B0A04020102020204" pitchFamily="34" charset="0"/>
            </a:rPr>
            <a:t>Instant Alerts: </a:t>
          </a:r>
          <a:r>
            <a:rPr lang="en-US" dirty="0" smtClean="0"/>
            <a:t>Automated notification system for rapid response to critical safety risks.</a:t>
          </a:r>
          <a:endParaRPr lang="en-US" dirty="0"/>
        </a:p>
      </dgm:t>
    </dgm:pt>
    <dgm:pt modelId="{942FC47F-3D02-4EDA-8BC6-2003AF349244}" type="parTrans" cxnId="{6BB8C44B-CAB5-40BD-877C-80E674B26823}">
      <dgm:prSet/>
      <dgm:spPr/>
      <dgm:t>
        <a:bodyPr/>
        <a:lstStyle/>
        <a:p>
          <a:endParaRPr lang="en-US"/>
        </a:p>
      </dgm:t>
    </dgm:pt>
    <dgm:pt modelId="{52DCF70B-8BBD-4C47-93E2-06F8B14C5ABE}" type="sibTrans" cxnId="{6BB8C44B-CAB5-40BD-877C-80E674B26823}">
      <dgm:prSet/>
      <dgm:spPr/>
      <dgm:t>
        <a:bodyPr/>
        <a:lstStyle/>
        <a:p>
          <a:endParaRPr lang="en-US"/>
        </a:p>
      </dgm:t>
    </dgm:pt>
    <dgm:pt modelId="{EA3A12F1-EC37-4BC2-8717-2B26D1FB614C}">
      <dgm:prSet/>
      <dgm:spPr/>
      <dgm:t>
        <a:bodyPr/>
        <a:lstStyle/>
        <a:p>
          <a:endParaRPr lang="en-US"/>
        </a:p>
      </dgm:t>
    </dgm:pt>
    <dgm:pt modelId="{D528D074-87EA-48CC-B3C5-B810FD89A712}" type="parTrans" cxnId="{5FDCC870-A012-443E-871D-B5C50063923A}">
      <dgm:prSet/>
      <dgm:spPr/>
      <dgm:t>
        <a:bodyPr/>
        <a:lstStyle/>
        <a:p>
          <a:endParaRPr lang="en-US"/>
        </a:p>
      </dgm:t>
    </dgm:pt>
    <dgm:pt modelId="{086B8A5A-86B7-4DF0-9E36-16CE2EE7FE22}" type="sibTrans" cxnId="{5FDCC870-A012-443E-871D-B5C50063923A}">
      <dgm:prSet/>
      <dgm:spPr/>
      <dgm:t>
        <a:bodyPr/>
        <a:lstStyle/>
        <a:p>
          <a:endParaRPr lang="en-US"/>
        </a:p>
      </dgm:t>
    </dgm:pt>
    <dgm:pt modelId="{A8A6C002-3AA3-4AB2-B08F-9FF960F288D1}" type="pres">
      <dgm:prSet presAssocID="{E8179928-2D8B-4151-82AE-9DF11514C31E}" presName="diagram" presStyleCnt="0">
        <dgm:presLayoutVars>
          <dgm:chMax val="1"/>
          <dgm:dir/>
          <dgm:animLvl val="ctr"/>
          <dgm:resizeHandles val="exact"/>
        </dgm:presLayoutVars>
      </dgm:prSet>
      <dgm:spPr/>
      <dgm:t>
        <a:bodyPr/>
        <a:lstStyle/>
        <a:p>
          <a:endParaRPr lang="en-US"/>
        </a:p>
      </dgm:t>
    </dgm:pt>
    <dgm:pt modelId="{4EAFD183-8661-4C61-9B5A-D694097C18C8}" type="pres">
      <dgm:prSet presAssocID="{E8179928-2D8B-4151-82AE-9DF11514C31E}" presName="matrix" presStyleCnt="0"/>
      <dgm:spPr/>
    </dgm:pt>
    <dgm:pt modelId="{68982A25-F622-4015-BCCB-76F2CA41331F}" type="pres">
      <dgm:prSet presAssocID="{E8179928-2D8B-4151-82AE-9DF11514C31E}" presName="tile1" presStyleLbl="node1" presStyleIdx="0" presStyleCnt="4"/>
      <dgm:spPr/>
      <dgm:t>
        <a:bodyPr/>
        <a:lstStyle/>
        <a:p>
          <a:endParaRPr lang="en-US"/>
        </a:p>
      </dgm:t>
    </dgm:pt>
    <dgm:pt modelId="{12A0E6CD-C12F-4BB0-B177-5F0B105ABA5E}" type="pres">
      <dgm:prSet presAssocID="{E8179928-2D8B-4151-82AE-9DF11514C31E}" presName="tile1text" presStyleLbl="node1" presStyleIdx="0" presStyleCnt="4">
        <dgm:presLayoutVars>
          <dgm:chMax val="0"/>
          <dgm:chPref val="0"/>
          <dgm:bulletEnabled val="1"/>
        </dgm:presLayoutVars>
      </dgm:prSet>
      <dgm:spPr/>
      <dgm:t>
        <a:bodyPr/>
        <a:lstStyle/>
        <a:p>
          <a:endParaRPr lang="en-US"/>
        </a:p>
      </dgm:t>
    </dgm:pt>
    <dgm:pt modelId="{43B77501-38ED-49BA-92F8-17F2027913E7}" type="pres">
      <dgm:prSet presAssocID="{E8179928-2D8B-4151-82AE-9DF11514C31E}" presName="tile2" presStyleLbl="node1" presStyleIdx="1" presStyleCnt="4"/>
      <dgm:spPr/>
      <dgm:t>
        <a:bodyPr/>
        <a:lstStyle/>
        <a:p>
          <a:endParaRPr lang="en-US"/>
        </a:p>
      </dgm:t>
    </dgm:pt>
    <dgm:pt modelId="{F7E3805B-93B5-4BC4-86FD-3C566F051373}" type="pres">
      <dgm:prSet presAssocID="{E8179928-2D8B-4151-82AE-9DF11514C31E}" presName="tile2text" presStyleLbl="node1" presStyleIdx="1" presStyleCnt="4">
        <dgm:presLayoutVars>
          <dgm:chMax val="0"/>
          <dgm:chPref val="0"/>
          <dgm:bulletEnabled val="1"/>
        </dgm:presLayoutVars>
      </dgm:prSet>
      <dgm:spPr/>
      <dgm:t>
        <a:bodyPr/>
        <a:lstStyle/>
        <a:p>
          <a:endParaRPr lang="en-US"/>
        </a:p>
      </dgm:t>
    </dgm:pt>
    <dgm:pt modelId="{16F2DE3E-BACB-402D-81FF-14210F184178}" type="pres">
      <dgm:prSet presAssocID="{E8179928-2D8B-4151-82AE-9DF11514C31E}" presName="tile3" presStyleLbl="node1" presStyleIdx="2" presStyleCnt="4"/>
      <dgm:spPr/>
      <dgm:t>
        <a:bodyPr/>
        <a:lstStyle/>
        <a:p>
          <a:endParaRPr lang="en-US"/>
        </a:p>
      </dgm:t>
    </dgm:pt>
    <dgm:pt modelId="{B3B1EF08-FA3B-426C-8DA3-24DE28471490}" type="pres">
      <dgm:prSet presAssocID="{E8179928-2D8B-4151-82AE-9DF11514C31E}" presName="tile3text" presStyleLbl="node1" presStyleIdx="2" presStyleCnt="4">
        <dgm:presLayoutVars>
          <dgm:chMax val="0"/>
          <dgm:chPref val="0"/>
          <dgm:bulletEnabled val="1"/>
        </dgm:presLayoutVars>
      </dgm:prSet>
      <dgm:spPr/>
      <dgm:t>
        <a:bodyPr/>
        <a:lstStyle/>
        <a:p>
          <a:endParaRPr lang="en-US"/>
        </a:p>
      </dgm:t>
    </dgm:pt>
    <dgm:pt modelId="{23C18F83-5760-469A-B796-F8DB5B289A3F}" type="pres">
      <dgm:prSet presAssocID="{E8179928-2D8B-4151-82AE-9DF11514C31E}" presName="tile4" presStyleLbl="node1" presStyleIdx="3" presStyleCnt="4" custLinFactNeighborY="0"/>
      <dgm:spPr/>
      <dgm:t>
        <a:bodyPr/>
        <a:lstStyle/>
        <a:p>
          <a:endParaRPr lang="en-US"/>
        </a:p>
      </dgm:t>
    </dgm:pt>
    <dgm:pt modelId="{C8E0094D-BA46-4934-8AE6-7997A34E480F}" type="pres">
      <dgm:prSet presAssocID="{E8179928-2D8B-4151-82AE-9DF11514C31E}" presName="tile4text" presStyleLbl="node1" presStyleIdx="3" presStyleCnt="4">
        <dgm:presLayoutVars>
          <dgm:chMax val="0"/>
          <dgm:chPref val="0"/>
          <dgm:bulletEnabled val="1"/>
        </dgm:presLayoutVars>
      </dgm:prSet>
      <dgm:spPr/>
      <dgm:t>
        <a:bodyPr/>
        <a:lstStyle/>
        <a:p>
          <a:endParaRPr lang="en-US"/>
        </a:p>
      </dgm:t>
    </dgm:pt>
    <dgm:pt modelId="{08E1FC40-EADA-4560-A44E-85FF559837D7}" type="pres">
      <dgm:prSet presAssocID="{E8179928-2D8B-4151-82AE-9DF11514C31E}" presName="centerTile" presStyleLbl="fgShp" presStyleIdx="0" presStyleCnt="1">
        <dgm:presLayoutVars>
          <dgm:chMax val="0"/>
          <dgm:chPref val="0"/>
        </dgm:presLayoutVars>
      </dgm:prSet>
      <dgm:spPr/>
      <dgm:t>
        <a:bodyPr/>
        <a:lstStyle/>
        <a:p>
          <a:endParaRPr lang="en-US"/>
        </a:p>
      </dgm:t>
    </dgm:pt>
  </dgm:ptLst>
  <dgm:cxnLst>
    <dgm:cxn modelId="{FD0073EA-B16D-47A0-8051-7F41E513765F}" type="presOf" srcId="{4EB798AA-8EBF-4489-8727-8204ACE459EB}" destId="{43B77501-38ED-49BA-92F8-17F2027913E7}" srcOrd="0" destOrd="0" presId="urn:microsoft.com/office/officeart/2005/8/layout/matrix1"/>
    <dgm:cxn modelId="{B18C5B08-5839-45BF-9B1B-B4499E242E7C}" srcId="{DC793AE3-8484-419E-BE3A-B16B47E3828D}" destId="{63510343-CC18-4AD0-9EAF-2833AEED6961}" srcOrd="2" destOrd="0" parTransId="{5412A75C-75BF-426E-9F7F-040E6B13D7FC}" sibTransId="{FF26B285-5CDE-4780-8A9E-1B9A242DB51F}"/>
    <dgm:cxn modelId="{CAB342DA-2452-4657-9AFE-24A3E3BD2529}" srcId="{DC793AE3-8484-419E-BE3A-B16B47E3828D}" destId="{79C43109-EAB6-444F-A636-609D7F98C60C}" srcOrd="0" destOrd="0" parTransId="{E5F73949-E699-42D9-B81E-34642D4EF6F2}" sibTransId="{7A17A191-C761-4461-9037-4D51FBC29A0D}"/>
    <dgm:cxn modelId="{5FDCC870-A012-443E-871D-B5C50063923A}" srcId="{DC793AE3-8484-419E-BE3A-B16B47E3828D}" destId="{EA3A12F1-EC37-4BC2-8717-2B26D1FB614C}" srcOrd="4" destOrd="0" parTransId="{D528D074-87EA-48CC-B3C5-B810FD89A712}" sibTransId="{086B8A5A-86B7-4DF0-9E36-16CE2EE7FE22}"/>
    <dgm:cxn modelId="{EC2CB63C-1054-47EC-BE52-FA914DA33A5B}" type="presOf" srcId="{DC793AE3-8484-419E-BE3A-B16B47E3828D}" destId="{08E1FC40-EADA-4560-A44E-85FF559837D7}" srcOrd="0" destOrd="0" presId="urn:microsoft.com/office/officeart/2005/8/layout/matrix1"/>
    <dgm:cxn modelId="{7C98B66D-F368-40BE-9657-7E9CBA20B169}" srcId="{E8179928-2D8B-4151-82AE-9DF11514C31E}" destId="{DC793AE3-8484-419E-BE3A-B16B47E3828D}" srcOrd="0" destOrd="0" parTransId="{94FD1850-8051-44DB-B130-7014AD7E4EBA}" sibTransId="{8906275C-521B-4B56-AF4D-7449A8A9FB5E}"/>
    <dgm:cxn modelId="{7A4E676A-34E2-47C1-AA03-734943515267}" type="presOf" srcId="{79C43109-EAB6-444F-A636-609D7F98C60C}" destId="{12A0E6CD-C12F-4BB0-B177-5F0B105ABA5E}" srcOrd="1" destOrd="0" presId="urn:microsoft.com/office/officeart/2005/8/layout/matrix1"/>
    <dgm:cxn modelId="{E43EFD73-6BAF-4A4F-87AF-05A6A36C7109}" type="presOf" srcId="{E2ADB3BA-8357-4AFD-A674-0F91491B5652}" destId="{C8E0094D-BA46-4934-8AE6-7997A34E480F}" srcOrd="1" destOrd="0" presId="urn:microsoft.com/office/officeart/2005/8/layout/matrix1"/>
    <dgm:cxn modelId="{7267B6BC-507E-4AFD-A2C3-6F9229293F6C}" type="presOf" srcId="{63510343-CC18-4AD0-9EAF-2833AEED6961}" destId="{B3B1EF08-FA3B-426C-8DA3-24DE28471490}" srcOrd="1" destOrd="0" presId="urn:microsoft.com/office/officeart/2005/8/layout/matrix1"/>
    <dgm:cxn modelId="{CB6D99DB-FB8B-4EFE-9AFF-1DCB1A9E63A9}" type="presOf" srcId="{79C43109-EAB6-444F-A636-609D7F98C60C}" destId="{68982A25-F622-4015-BCCB-76F2CA41331F}" srcOrd="0" destOrd="0" presId="urn:microsoft.com/office/officeart/2005/8/layout/matrix1"/>
    <dgm:cxn modelId="{6E1015F4-EBB7-489F-8B31-402F10D3590C}" type="presOf" srcId="{63510343-CC18-4AD0-9EAF-2833AEED6961}" destId="{16F2DE3E-BACB-402D-81FF-14210F184178}" srcOrd="0" destOrd="0" presId="urn:microsoft.com/office/officeart/2005/8/layout/matrix1"/>
    <dgm:cxn modelId="{AC5E9700-1BF3-43A2-9E76-A0AE46547644}" type="presOf" srcId="{E2ADB3BA-8357-4AFD-A674-0F91491B5652}" destId="{23C18F83-5760-469A-B796-F8DB5B289A3F}" srcOrd="0" destOrd="0" presId="urn:microsoft.com/office/officeart/2005/8/layout/matrix1"/>
    <dgm:cxn modelId="{CDD9C930-0629-4244-A97C-3039DDCDEE63}" srcId="{DC793AE3-8484-419E-BE3A-B16B47E3828D}" destId="{4EB798AA-8EBF-4489-8727-8204ACE459EB}" srcOrd="1" destOrd="0" parTransId="{BD2EE046-B1C3-4C4E-AA92-29381FBDD146}" sibTransId="{F499404E-75BB-4114-80D7-3CA68D37E7AD}"/>
    <dgm:cxn modelId="{6BB8C44B-CAB5-40BD-877C-80E674B26823}" srcId="{DC793AE3-8484-419E-BE3A-B16B47E3828D}" destId="{E2ADB3BA-8357-4AFD-A674-0F91491B5652}" srcOrd="3" destOrd="0" parTransId="{942FC47F-3D02-4EDA-8BC6-2003AF349244}" sibTransId="{52DCF70B-8BBD-4C47-93E2-06F8B14C5ABE}"/>
    <dgm:cxn modelId="{EF69566E-2659-4E33-A684-27B2EFDB4247}" type="presOf" srcId="{4EB798AA-8EBF-4489-8727-8204ACE459EB}" destId="{F7E3805B-93B5-4BC4-86FD-3C566F051373}" srcOrd="1" destOrd="0" presId="urn:microsoft.com/office/officeart/2005/8/layout/matrix1"/>
    <dgm:cxn modelId="{44A75D64-0CFE-4D43-BAAD-343A9014178E}" type="presOf" srcId="{E8179928-2D8B-4151-82AE-9DF11514C31E}" destId="{A8A6C002-3AA3-4AB2-B08F-9FF960F288D1}" srcOrd="0" destOrd="0" presId="urn:microsoft.com/office/officeart/2005/8/layout/matrix1"/>
    <dgm:cxn modelId="{98CC6E4B-C2E3-4030-85CE-9F7F898A562B}" type="presParOf" srcId="{A8A6C002-3AA3-4AB2-B08F-9FF960F288D1}" destId="{4EAFD183-8661-4C61-9B5A-D694097C18C8}" srcOrd="0" destOrd="0" presId="urn:microsoft.com/office/officeart/2005/8/layout/matrix1"/>
    <dgm:cxn modelId="{1CBCE786-B925-4F69-8F20-EFFAFD14F042}" type="presParOf" srcId="{4EAFD183-8661-4C61-9B5A-D694097C18C8}" destId="{68982A25-F622-4015-BCCB-76F2CA41331F}" srcOrd="0" destOrd="0" presId="urn:microsoft.com/office/officeart/2005/8/layout/matrix1"/>
    <dgm:cxn modelId="{14D01E87-483A-4221-9383-C5546457EE04}" type="presParOf" srcId="{4EAFD183-8661-4C61-9B5A-D694097C18C8}" destId="{12A0E6CD-C12F-4BB0-B177-5F0B105ABA5E}" srcOrd="1" destOrd="0" presId="urn:microsoft.com/office/officeart/2005/8/layout/matrix1"/>
    <dgm:cxn modelId="{CE7A7D94-C03D-4093-9A12-D08D6A52A31D}" type="presParOf" srcId="{4EAFD183-8661-4C61-9B5A-D694097C18C8}" destId="{43B77501-38ED-49BA-92F8-17F2027913E7}" srcOrd="2" destOrd="0" presId="urn:microsoft.com/office/officeart/2005/8/layout/matrix1"/>
    <dgm:cxn modelId="{87FDF07E-DF25-46F8-AF44-5DDBC8B57664}" type="presParOf" srcId="{4EAFD183-8661-4C61-9B5A-D694097C18C8}" destId="{F7E3805B-93B5-4BC4-86FD-3C566F051373}" srcOrd="3" destOrd="0" presId="urn:microsoft.com/office/officeart/2005/8/layout/matrix1"/>
    <dgm:cxn modelId="{7A9BAE6E-F6D0-4289-8B6D-A24B7FD69AB8}" type="presParOf" srcId="{4EAFD183-8661-4C61-9B5A-D694097C18C8}" destId="{16F2DE3E-BACB-402D-81FF-14210F184178}" srcOrd="4" destOrd="0" presId="urn:microsoft.com/office/officeart/2005/8/layout/matrix1"/>
    <dgm:cxn modelId="{E85E96EA-26A4-4BEA-8FE3-BD6C82B572D3}" type="presParOf" srcId="{4EAFD183-8661-4C61-9B5A-D694097C18C8}" destId="{B3B1EF08-FA3B-426C-8DA3-24DE28471490}" srcOrd="5" destOrd="0" presId="urn:microsoft.com/office/officeart/2005/8/layout/matrix1"/>
    <dgm:cxn modelId="{00EF8E07-0F1B-4C21-802F-9A15E837AEBC}" type="presParOf" srcId="{4EAFD183-8661-4C61-9B5A-D694097C18C8}" destId="{23C18F83-5760-469A-B796-F8DB5B289A3F}" srcOrd="6" destOrd="0" presId="urn:microsoft.com/office/officeart/2005/8/layout/matrix1"/>
    <dgm:cxn modelId="{FF29CBE4-E546-4284-BCE0-19C16AB4A1D2}" type="presParOf" srcId="{4EAFD183-8661-4C61-9B5A-D694097C18C8}" destId="{C8E0094D-BA46-4934-8AE6-7997A34E480F}" srcOrd="7" destOrd="0" presId="urn:microsoft.com/office/officeart/2005/8/layout/matrix1"/>
    <dgm:cxn modelId="{8C158B15-5ED4-4504-8BDB-7E511F1EDB36}" type="presParOf" srcId="{A8A6C002-3AA3-4AB2-B08F-9FF960F288D1}" destId="{08E1FC40-EADA-4560-A44E-85FF559837D7}"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AFCC063-4C1E-4D27-95E4-143F1C9F3835}" type="doc">
      <dgm:prSet loTypeId="urn:microsoft.com/office/officeart/2005/8/layout/cycle6" loCatId="relationship" qsTypeId="urn:microsoft.com/office/officeart/2005/8/quickstyle/3d3" qsCatId="3D" csTypeId="urn:microsoft.com/office/officeart/2005/8/colors/accent1_2" csCatId="accent1" phldr="1"/>
      <dgm:spPr/>
      <dgm:t>
        <a:bodyPr/>
        <a:lstStyle/>
        <a:p>
          <a:endParaRPr lang="en-US"/>
        </a:p>
      </dgm:t>
    </dgm:pt>
    <dgm:pt modelId="{1FE5F3D8-8103-4F79-A9F0-F4F1F8D58159}">
      <dgm:prSet phldrT="[Text]"/>
      <dgm:spPr/>
      <dgm:t>
        <a:bodyPr/>
        <a:lstStyle/>
        <a:p>
          <a:r>
            <a:rPr lang="en-US" dirty="0" smtClean="0">
              <a:latin typeface="Arial Black" panose="020B0A04020102020204" pitchFamily="34" charset="0"/>
            </a:rPr>
            <a:t>Waste Reduction</a:t>
          </a:r>
          <a:endParaRPr lang="en-US" dirty="0">
            <a:latin typeface="Arial Black" panose="020B0A04020102020204" pitchFamily="34" charset="0"/>
          </a:endParaRPr>
        </a:p>
      </dgm:t>
    </dgm:pt>
    <dgm:pt modelId="{1A795287-3CD8-489B-9FA5-66DB0F976FF2}" type="parTrans" cxnId="{2F81E370-DA53-413B-B265-A5F531EA5FED}">
      <dgm:prSet/>
      <dgm:spPr/>
      <dgm:t>
        <a:bodyPr/>
        <a:lstStyle/>
        <a:p>
          <a:endParaRPr lang="en-US"/>
        </a:p>
      </dgm:t>
    </dgm:pt>
    <dgm:pt modelId="{EADE62F9-18EC-4CE8-83E1-6255017EE23A}" type="sibTrans" cxnId="{2F81E370-DA53-413B-B265-A5F531EA5FED}">
      <dgm:prSet/>
      <dgm:spPr/>
      <dgm:t>
        <a:bodyPr/>
        <a:lstStyle/>
        <a:p>
          <a:endParaRPr lang="en-US"/>
        </a:p>
      </dgm:t>
    </dgm:pt>
    <dgm:pt modelId="{7734F9DC-1143-4A22-88B5-D5925ABFDF5E}">
      <dgm:prSet phldrT="[Text]"/>
      <dgm:spPr/>
      <dgm:t>
        <a:bodyPr/>
        <a:lstStyle/>
        <a:p>
          <a:r>
            <a:rPr lang="en-US" dirty="0" smtClean="0">
              <a:latin typeface="Arial Black" panose="020B0A04020102020204" pitchFamily="34" charset="0"/>
            </a:rPr>
            <a:t>Labor Efficiency</a:t>
          </a:r>
          <a:endParaRPr lang="en-US" dirty="0">
            <a:latin typeface="Arial Black" panose="020B0A04020102020204" pitchFamily="34" charset="0"/>
          </a:endParaRPr>
        </a:p>
      </dgm:t>
    </dgm:pt>
    <dgm:pt modelId="{14595112-2813-4184-B33E-3C57EB54CE69}" type="parTrans" cxnId="{756D7961-296E-4824-A6BF-CCB2D87F06CF}">
      <dgm:prSet/>
      <dgm:spPr/>
      <dgm:t>
        <a:bodyPr/>
        <a:lstStyle/>
        <a:p>
          <a:endParaRPr lang="en-US"/>
        </a:p>
      </dgm:t>
    </dgm:pt>
    <dgm:pt modelId="{72A31BE5-6517-43D5-9480-AB03CF284E14}" type="sibTrans" cxnId="{756D7961-296E-4824-A6BF-CCB2D87F06CF}">
      <dgm:prSet/>
      <dgm:spPr/>
      <dgm:t>
        <a:bodyPr/>
        <a:lstStyle/>
        <a:p>
          <a:endParaRPr lang="en-US"/>
        </a:p>
      </dgm:t>
    </dgm:pt>
    <dgm:pt modelId="{8824B1FC-B22F-4E67-8F20-63F9016AB0AF}">
      <dgm:prSet phldrT="[Text]"/>
      <dgm:spPr/>
      <dgm:t>
        <a:bodyPr/>
        <a:lstStyle/>
        <a:p>
          <a:r>
            <a:rPr lang="en-US" dirty="0" smtClean="0">
              <a:latin typeface="Arial Black" panose="020B0A04020102020204" pitchFamily="34" charset="0"/>
            </a:rPr>
            <a:t>Lower insurance cost</a:t>
          </a:r>
          <a:endParaRPr lang="en-US" dirty="0">
            <a:latin typeface="Arial Black" panose="020B0A04020102020204" pitchFamily="34" charset="0"/>
          </a:endParaRPr>
        </a:p>
      </dgm:t>
    </dgm:pt>
    <dgm:pt modelId="{2B0751C4-D39B-4318-8CF5-B133B4A29A61}" type="parTrans" cxnId="{04B01581-7B44-468F-8590-B9D063318E20}">
      <dgm:prSet/>
      <dgm:spPr/>
      <dgm:t>
        <a:bodyPr/>
        <a:lstStyle/>
        <a:p>
          <a:endParaRPr lang="en-US"/>
        </a:p>
      </dgm:t>
    </dgm:pt>
    <dgm:pt modelId="{131D8DD9-E4A5-4E19-882F-FBD5C7EBC38E}" type="sibTrans" cxnId="{04B01581-7B44-468F-8590-B9D063318E20}">
      <dgm:prSet/>
      <dgm:spPr/>
      <dgm:t>
        <a:bodyPr/>
        <a:lstStyle/>
        <a:p>
          <a:endParaRPr lang="en-US"/>
        </a:p>
      </dgm:t>
    </dgm:pt>
    <dgm:pt modelId="{8B16E94A-65F9-4046-B5F6-470E14A692BB}">
      <dgm:prSet phldrT="[Text]"/>
      <dgm:spPr/>
      <dgm:t>
        <a:bodyPr/>
        <a:lstStyle/>
        <a:p>
          <a:r>
            <a:rPr lang="en-US" dirty="0" smtClean="0">
              <a:latin typeface="Arial Black" panose="020B0A04020102020204" pitchFamily="34" charset="0"/>
            </a:rPr>
            <a:t>Faster audits</a:t>
          </a:r>
          <a:endParaRPr lang="en-US" dirty="0">
            <a:latin typeface="Arial Black" panose="020B0A04020102020204" pitchFamily="34" charset="0"/>
          </a:endParaRPr>
        </a:p>
      </dgm:t>
    </dgm:pt>
    <dgm:pt modelId="{08A5F164-C6B8-4A3F-837C-57BAFB819539}" type="parTrans" cxnId="{45320B63-4E0D-428C-9607-CA1A94B4A26B}">
      <dgm:prSet/>
      <dgm:spPr/>
      <dgm:t>
        <a:bodyPr/>
        <a:lstStyle/>
        <a:p>
          <a:endParaRPr lang="en-US"/>
        </a:p>
      </dgm:t>
    </dgm:pt>
    <dgm:pt modelId="{3FDF3E72-D7D5-40E4-BE74-5ACFBEFC1D5E}" type="sibTrans" cxnId="{45320B63-4E0D-428C-9607-CA1A94B4A26B}">
      <dgm:prSet/>
      <dgm:spPr/>
      <dgm:t>
        <a:bodyPr/>
        <a:lstStyle/>
        <a:p>
          <a:endParaRPr lang="en-US"/>
        </a:p>
      </dgm:t>
    </dgm:pt>
    <dgm:pt modelId="{23E6956C-4884-4678-8221-BFA52B84F03A}">
      <dgm:prSet phldrT="[Text]"/>
      <dgm:spPr/>
      <dgm:t>
        <a:bodyPr/>
        <a:lstStyle/>
        <a:p>
          <a:r>
            <a:rPr lang="en-US" dirty="0" smtClean="0">
              <a:latin typeface="Arial Black" panose="020B0A04020102020204" pitchFamily="34" charset="0"/>
            </a:rPr>
            <a:t>Energy Optimization</a:t>
          </a:r>
          <a:endParaRPr lang="en-US" dirty="0">
            <a:latin typeface="Arial Black" panose="020B0A04020102020204" pitchFamily="34" charset="0"/>
          </a:endParaRPr>
        </a:p>
      </dgm:t>
    </dgm:pt>
    <dgm:pt modelId="{28177B9F-3914-47C0-89D9-22BE54A93090}" type="parTrans" cxnId="{673825B4-E60B-441B-A4DA-E451AC8B155A}">
      <dgm:prSet/>
      <dgm:spPr/>
      <dgm:t>
        <a:bodyPr/>
        <a:lstStyle/>
        <a:p>
          <a:endParaRPr lang="en-US"/>
        </a:p>
      </dgm:t>
    </dgm:pt>
    <dgm:pt modelId="{5F7246D6-97FA-4077-8F79-007712F7D690}" type="sibTrans" cxnId="{673825B4-E60B-441B-A4DA-E451AC8B155A}">
      <dgm:prSet/>
      <dgm:spPr/>
      <dgm:t>
        <a:bodyPr/>
        <a:lstStyle/>
        <a:p>
          <a:endParaRPr lang="en-US"/>
        </a:p>
      </dgm:t>
    </dgm:pt>
    <dgm:pt modelId="{82600A9F-98E9-47C1-9BB0-772D00A412E2}" type="pres">
      <dgm:prSet presAssocID="{BAFCC063-4C1E-4D27-95E4-143F1C9F3835}" presName="cycle" presStyleCnt="0">
        <dgm:presLayoutVars>
          <dgm:dir/>
          <dgm:resizeHandles val="exact"/>
        </dgm:presLayoutVars>
      </dgm:prSet>
      <dgm:spPr/>
      <dgm:t>
        <a:bodyPr/>
        <a:lstStyle/>
        <a:p>
          <a:endParaRPr lang="en-US"/>
        </a:p>
      </dgm:t>
    </dgm:pt>
    <dgm:pt modelId="{3E0CC2B4-FFE9-4B55-9D54-F496F7A6AE0C}" type="pres">
      <dgm:prSet presAssocID="{1FE5F3D8-8103-4F79-A9F0-F4F1F8D58159}" presName="node" presStyleLbl="node1" presStyleIdx="0" presStyleCnt="5">
        <dgm:presLayoutVars>
          <dgm:bulletEnabled val="1"/>
        </dgm:presLayoutVars>
      </dgm:prSet>
      <dgm:spPr/>
      <dgm:t>
        <a:bodyPr/>
        <a:lstStyle/>
        <a:p>
          <a:endParaRPr lang="en-US"/>
        </a:p>
      </dgm:t>
    </dgm:pt>
    <dgm:pt modelId="{52C20087-8157-4724-A67A-C279397CDAD8}" type="pres">
      <dgm:prSet presAssocID="{1FE5F3D8-8103-4F79-A9F0-F4F1F8D58159}" presName="spNode" presStyleCnt="0"/>
      <dgm:spPr/>
    </dgm:pt>
    <dgm:pt modelId="{EB74D6B5-5B34-42E9-A525-77640557E79E}" type="pres">
      <dgm:prSet presAssocID="{EADE62F9-18EC-4CE8-83E1-6255017EE23A}" presName="sibTrans" presStyleLbl="sibTrans1D1" presStyleIdx="0" presStyleCnt="5"/>
      <dgm:spPr/>
      <dgm:t>
        <a:bodyPr/>
        <a:lstStyle/>
        <a:p>
          <a:endParaRPr lang="en-US"/>
        </a:p>
      </dgm:t>
    </dgm:pt>
    <dgm:pt modelId="{749D4BB4-AF48-44D4-B34B-3BE8643D77CB}" type="pres">
      <dgm:prSet presAssocID="{7734F9DC-1143-4A22-88B5-D5925ABFDF5E}" presName="node" presStyleLbl="node1" presStyleIdx="1" presStyleCnt="5">
        <dgm:presLayoutVars>
          <dgm:bulletEnabled val="1"/>
        </dgm:presLayoutVars>
      </dgm:prSet>
      <dgm:spPr/>
      <dgm:t>
        <a:bodyPr/>
        <a:lstStyle/>
        <a:p>
          <a:endParaRPr lang="en-US"/>
        </a:p>
      </dgm:t>
    </dgm:pt>
    <dgm:pt modelId="{C8EA041A-F6D8-448B-B117-ED81AB7182DA}" type="pres">
      <dgm:prSet presAssocID="{7734F9DC-1143-4A22-88B5-D5925ABFDF5E}" presName="spNode" presStyleCnt="0"/>
      <dgm:spPr/>
    </dgm:pt>
    <dgm:pt modelId="{54CE58C1-D0D6-42C8-8B0E-04531A120C55}" type="pres">
      <dgm:prSet presAssocID="{72A31BE5-6517-43D5-9480-AB03CF284E14}" presName="sibTrans" presStyleLbl="sibTrans1D1" presStyleIdx="1" presStyleCnt="5"/>
      <dgm:spPr/>
      <dgm:t>
        <a:bodyPr/>
        <a:lstStyle/>
        <a:p>
          <a:endParaRPr lang="en-US"/>
        </a:p>
      </dgm:t>
    </dgm:pt>
    <dgm:pt modelId="{3EA0FC83-763C-4F84-ADA5-9DB8A92209E0}" type="pres">
      <dgm:prSet presAssocID="{8824B1FC-B22F-4E67-8F20-63F9016AB0AF}" presName="node" presStyleLbl="node1" presStyleIdx="2" presStyleCnt="5">
        <dgm:presLayoutVars>
          <dgm:bulletEnabled val="1"/>
        </dgm:presLayoutVars>
      </dgm:prSet>
      <dgm:spPr/>
      <dgm:t>
        <a:bodyPr/>
        <a:lstStyle/>
        <a:p>
          <a:endParaRPr lang="en-US"/>
        </a:p>
      </dgm:t>
    </dgm:pt>
    <dgm:pt modelId="{C68C9E7C-B46F-44A8-B256-7B1E5EDD24DB}" type="pres">
      <dgm:prSet presAssocID="{8824B1FC-B22F-4E67-8F20-63F9016AB0AF}" presName="spNode" presStyleCnt="0"/>
      <dgm:spPr/>
    </dgm:pt>
    <dgm:pt modelId="{4B570B68-F5E3-44A5-9C47-8D718E0270DA}" type="pres">
      <dgm:prSet presAssocID="{131D8DD9-E4A5-4E19-882F-FBD5C7EBC38E}" presName="sibTrans" presStyleLbl="sibTrans1D1" presStyleIdx="2" presStyleCnt="5"/>
      <dgm:spPr/>
      <dgm:t>
        <a:bodyPr/>
        <a:lstStyle/>
        <a:p>
          <a:endParaRPr lang="en-US"/>
        </a:p>
      </dgm:t>
    </dgm:pt>
    <dgm:pt modelId="{94402AF4-5545-4331-A965-C740EC1F68B9}" type="pres">
      <dgm:prSet presAssocID="{8B16E94A-65F9-4046-B5F6-470E14A692BB}" presName="node" presStyleLbl="node1" presStyleIdx="3" presStyleCnt="5">
        <dgm:presLayoutVars>
          <dgm:bulletEnabled val="1"/>
        </dgm:presLayoutVars>
      </dgm:prSet>
      <dgm:spPr/>
      <dgm:t>
        <a:bodyPr/>
        <a:lstStyle/>
        <a:p>
          <a:endParaRPr lang="en-US"/>
        </a:p>
      </dgm:t>
    </dgm:pt>
    <dgm:pt modelId="{F631DADA-874E-41BC-91A0-0AD78D9350EA}" type="pres">
      <dgm:prSet presAssocID="{8B16E94A-65F9-4046-B5F6-470E14A692BB}" presName="spNode" presStyleCnt="0"/>
      <dgm:spPr/>
    </dgm:pt>
    <dgm:pt modelId="{F3F53BD6-4935-43D7-8065-71D1969BB743}" type="pres">
      <dgm:prSet presAssocID="{3FDF3E72-D7D5-40E4-BE74-5ACFBEFC1D5E}" presName="sibTrans" presStyleLbl="sibTrans1D1" presStyleIdx="3" presStyleCnt="5"/>
      <dgm:spPr/>
      <dgm:t>
        <a:bodyPr/>
        <a:lstStyle/>
        <a:p>
          <a:endParaRPr lang="en-US"/>
        </a:p>
      </dgm:t>
    </dgm:pt>
    <dgm:pt modelId="{AEC76017-F154-4CB2-BA41-B32E468D4FDA}" type="pres">
      <dgm:prSet presAssocID="{23E6956C-4884-4678-8221-BFA52B84F03A}" presName="node" presStyleLbl="node1" presStyleIdx="4" presStyleCnt="5">
        <dgm:presLayoutVars>
          <dgm:bulletEnabled val="1"/>
        </dgm:presLayoutVars>
      </dgm:prSet>
      <dgm:spPr/>
      <dgm:t>
        <a:bodyPr/>
        <a:lstStyle/>
        <a:p>
          <a:endParaRPr lang="en-US"/>
        </a:p>
      </dgm:t>
    </dgm:pt>
    <dgm:pt modelId="{9B63C10B-343D-4249-8067-A5EFBB2ED5C1}" type="pres">
      <dgm:prSet presAssocID="{23E6956C-4884-4678-8221-BFA52B84F03A}" presName="spNode" presStyleCnt="0"/>
      <dgm:spPr/>
    </dgm:pt>
    <dgm:pt modelId="{8B577C85-C518-4E6B-9436-60620EDB4899}" type="pres">
      <dgm:prSet presAssocID="{5F7246D6-97FA-4077-8F79-007712F7D690}" presName="sibTrans" presStyleLbl="sibTrans1D1" presStyleIdx="4" presStyleCnt="5"/>
      <dgm:spPr/>
      <dgm:t>
        <a:bodyPr/>
        <a:lstStyle/>
        <a:p>
          <a:endParaRPr lang="en-US"/>
        </a:p>
      </dgm:t>
    </dgm:pt>
  </dgm:ptLst>
  <dgm:cxnLst>
    <dgm:cxn modelId="{756D7961-296E-4824-A6BF-CCB2D87F06CF}" srcId="{BAFCC063-4C1E-4D27-95E4-143F1C9F3835}" destId="{7734F9DC-1143-4A22-88B5-D5925ABFDF5E}" srcOrd="1" destOrd="0" parTransId="{14595112-2813-4184-B33E-3C57EB54CE69}" sibTransId="{72A31BE5-6517-43D5-9480-AB03CF284E14}"/>
    <dgm:cxn modelId="{BD306CF8-B4DE-48C8-B662-3B6C5D533F8E}" type="presOf" srcId="{131D8DD9-E4A5-4E19-882F-FBD5C7EBC38E}" destId="{4B570B68-F5E3-44A5-9C47-8D718E0270DA}" srcOrd="0" destOrd="0" presId="urn:microsoft.com/office/officeart/2005/8/layout/cycle6"/>
    <dgm:cxn modelId="{9FE798E4-CBEC-4CD1-BC55-5D90216264AA}" type="presOf" srcId="{8B16E94A-65F9-4046-B5F6-470E14A692BB}" destId="{94402AF4-5545-4331-A965-C740EC1F68B9}" srcOrd="0" destOrd="0" presId="urn:microsoft.com/office/officeart/2005/8/layout/cycle6"/>
    <dgm:cxn modelId="{2BA44AE8-7282-4CA5-A6EA-12AB0417765E}" type="presOf" srcId="{7734F9DC-1143-4A22-88B5-D5925ABFDF5E}" destId="{749D4BB4-AF48-44D4-B34B-3BE8643D77CB}" srcOrd="0" destOrd="0" presId="urn:microsoft.com/office/officeart/2005/8/layout/cycle6"/>
    <dgm:cxn modelId="{EC7829A7-F0BE-4CCC-8D93-485475F26DCD}" type="presOf" srcId="{EADE62F9-18EC-4CE8-83E1-6255017EE23A}" destId="{EB74D6B5-5B34-42E9-A525-77640557E79E}" srcOrd="0" destOrd="0" presId="urn:microsoft.com/office/officeart/2005/8/layout/cycle6"/>
    <dgm:cxn modelId="{2F81E370-DA53-413B-B265-A5F531EA5FED}" srcId="{BAFCC063-4C1E-4D27-95E4-143F1C9F3835}" destId="{1FE5F3D8-8103-4F79-A9F0-F4F1F8D58159}" srcOrd="0" destOrd="0" parTransId="{1A795287-3CD8-489B-9FA5-66DB0F976FF2}" sibTransId="{EADE62F9-18EC-4CE8-83E1-6255017EE23A}"/>
    <dgm:cxn modelId="{AA9B8574-A99A-4648-ACF3-2A84107C72DF}" type="presOf" srcId="{23E6956C-4884-4678-8221-BFA52B84F03A}" destId="{AEC76017-F154-4CB2-BA41-B32E468D4FDA}" srcOrd="0" destOrd="0" presId="urn:microsoft.com/office/officeart/2005/8/layout/cycle6"/>
    <dgm:cxn modelId="{6D3026AA-D7C4-4EEB-9D5A-D524D8C1B20C}" type="presOf" srcId="{72A31BE5-6517-43D5-9480-AB03CF284E14}" destId="{54CE58C1-D0D6-42C8-8B0E-04531A120C55}" srcOrd="0" destOrd="0" presId="urn:microsoft.com/office/officeart/2005/8/layout/cycle6"/>
    <dgm:cxn modelId="{673825B4-E60B-441B-A4DA-E451AC8B155A}" srcId="{BAFCC063-4C1E-4D27-95E4-143F1C9F3835}" destId="{23E6956C-4884-4678-8221-BFA52B84F03A}" srcOrd="4" destOrd="0" parTransId="{28177B9F-3914-47C0-89D9-22BE54A93090}" sibTransId="{5F7246D6-97FA-4077-8F79-007712F7D690}"/>
    <dgm:cxn modelId="{45320B63-4E0D-428C-9607-CA1A94B4A26B}" srcId="{BAFCC063-4C1E-4D27-95E4-143F1C9F3835}" destId="{8B16E94A-65F9-4046-B5F6-470E14A692BB}" srcOrd="3" destOrd="0" parTransId="{08A5F164-C6B8-4A3F-837C-57BAFB819539}" sibTransId="{3FDF3E72-D7D5-40E4-BE74-5ACFBEFC1D5E}"/>
    <dgm:cxn modelId="{7C5AEFEB-4E27-4BA0-81DC-25C9CDD1592D}" type="presOf" srcId="{5F7246D6-97FA-4077-8F79-007712F7D690}" destId="{8B577C85-C518-4E6B-9436-60620EDB4899}" srcOrd="0" destOrd="0" presId="urn:microsoft.com/office/officeart/2005/8/layout/cycle6"/>
    <dgm:cxn modelId="{0A7928B1-668C-4381-AECE-D527CAC20752}" type="presOf" srcId="{BAFCC063-4C1E-4D27-95E4-143F1C9F3835}" destId="{82600A9F-98E9-47C1-9BB0-772D00A412E2}" srcOrd="0" destOrd="0" presId="urn:microsoft.com/office/officeart/2005/8/layout/cycle6"/>
    <dgm:cxn modelId="{04B01581-7B44-468F-8590-B9D063318E20}" srcId="{BAFCC063-4C1E-4D27-95E4-143F1C9F3835}" destId="{8824B1FC-B22F-4E67-8F20-63F9016AB0AF}" srcOrd="2" destOrd="0" parTransId="{2B0751C4-D39B-4318-8CF5-B133B4A29A61}" sibTransId="{131D8DD9-E4A5-4E19-882F-FBD5C7EBC38E}"/>
    <dgm:cxn modelId="{A3F9646C-697C-40A9-A80B-98824722E515}" type="presOf" srcId="{1FE5F3D8-8103-4F79-A9F0-F4F1F8D58159}" destId="{3E0CC2B4-FFE9-4B55-9D54-F496F7A6AE0C}" srcOrd="0" destOrd="0" presId="urn:microsoft.com/office/officeart/2005/8/layout/cycle6"/>
    <dgm:cxn modelId="{7588ABFF-7B12-4289-AF46-E92059D1F17E}" type="presOf" srcId="{8824B1FC-B22F-4E67-8F20-63F9016AB0AF}" destId="{3EA0FC83-763C-4F84-ADA5-9DB8A92209E0}" srcOrd="0" destOrd="0" presId="urn:microsoft.com/office/officeart/2005/8/layout/cycle6"/>
    <dgm:cxn modelId="{8653A1C4-48D1-4829-9440-3C52B2AD11A7}" type="presOf" srcId="{3FDF3E72-D7D5-40E4-BE74-5ACFBEFC1D5E}" destId="{F3F53BD6-4935-43D7-8065-71D1969BB743}" srcOrd="0" destOrd="0" presId="urn:microsoft.com/office/officeart/2005/8/layout/cycle6"/>
    <dgm:cxn modelId="{AA04C732-6D9B-45EF-B884-FB1A3452E145}" type="presParOf" srcId="{82600A9F-98E9-47C1-9BB0-772D00A412E2}" destId="{3E0CC2B4-FFE9-4B55-9D54-F496F7A6AE0C}" srcOrd="0" destOrd="0" presId="urn:microsoft.com/office/officeart/2005/8/layout/cycle6"/>
    <dgm:cxn modelId="{57449DE2-73E9-4B86-989A-1E76F04BCF27}" type="presParOf" srcId="{82600A9F-98E9-47C1-9BB0-772D00A412E2}" destId="{52C20087-8157-4724-A67A-C279397CDAD8}" srcOrd="1" destOrd="0" presId="urn:microsoft.com/office/officeart/2005/8/layout/cycle6"/>
    <dgm:cxn modelId="{602DB41A-F3ED-4AA0-9FAF-7B24397207E0}" type="presParOf" srcId="{82600A9F-98E9-47C1-9BB0-772D00A412E2}" destId="{EB74D6B5-5B34-42E9-A525-77640557E79E}" srcOrd="2" destOrd="0" presId="urn:microsoft.com/office/officeart/2005/8/layout/cycle6"/>
    <dgm:cxn modelId="{C8EC8A3F-58EB-4671-A2A9-C48901524DC3}" type="presParOf" srcId="{82600A9F-98E9-47C1-9BB0-772D00A412E2}" destId="{749D4BB4-AF48-44D4-B34B-3BE8643D77CB}" srcOrd="3" destOrd="0" presId="urn:microsoft.com/office/officeart/2005/8/layout/cycle6"/>
    <dgm:cxn modelId="{55BBBFDE-5637-4CC1-B117-6AC4076D5CBF}" type="presParOf" srcId="{82600A9F-98E9-47C1-9BB0-772D00A412E2}" destId="{C8EA041A-F6D8-448B-B117-ED81AB7182DA}" srcOrd="4" destOrd="0" presId="urn:microsoft.com/office/officeart/2005/8/layout/cycle6"/>
    <dgm:cxn modelId="{4AF0CDFB-603E-4169-8A00-6EBB62F274BC}" type="presParOf" srcId="{82600A9F-98E9-47C1-9BB0-772D00A412E2}" destId="{54CE58C1-D0D6-42C8-8B0E-04531A120C55}" srcOrd="5" destOrd="0" presId="urn:microsoft.com/office/officeart/2005/8/layout/cycle6"/>
    <dgm:cxn modelId="{8A4379C6-7EB4-48B9-B21B-5D11B66A531B}" type="presParOf" srcId="{82600A9F-98E9-47C1-9BB0-772D00A412E2}" destId="{3EA0FC83-763C-4F84-ADA5-9DB8A92209E0}" srcOrd="6" destOrd="0" presId="urn:microsoft.com/office/officeart/2005/8/layout/cycle6"/>
    <dgm:cxn modelId="{07960A7E-BCBF-4578-93A5-AE7C0C3DC3EF}" type="presParOf" srcId="{82600A9F-98E9-47C1-9BB0-772D00A412E2}" destId="{C68C9E7C-B46F-44A8-B256-7B1E5EDD24DB}" srcOrd="7" destOrd="0" presId="urn:microsoft.com/office/officeart/2005/8/layout/cycle6"/>
    <dgm:cxn modelId="{E648E8E5-AC28-4E44-BECB-1E8FA0FD181B}" type="presParOf" srcId="{82600A9F-98E9-47C1-9BB0-772D00A412E2}" destId="{4B570B68-F5E3-44A5-9C47-8D718E0270DA}" srcOrd="8" destOrd="0" presId="urn:microsoft.com/office/officeart/2005/8/layout/cycle6"/>
    <dgm:cxn modelId="{B198B39D-89C8-4CBC-8941-1765A21F70CB}" type="presParOf" srcId="{82600A9F-98E9-47C1-9BB0-772D00A412E2}" destId="{94402AF4-5545-4331-A965-C740EC1F68B9}" srcOrd="9" destOrd="0" presId="urn:microsoft.com/office/officeart/2005/8/layout/cycle6"/>
    <dgm:cxn modelId="{80697AC8-CA65-4045-8E27-AEDB5545A3EF}" type="presParOf" srcId="{82600A9F-98E9-47C1-9BB0-772D00A412E2}" destId="{F631DADA-874E-41BC-91A0-0AD78D9350EA}" srcOrd="10" destOrd="0" presId="urn:microsoft.com/office/officeart/2005/8/layout/cycle6"/>
    <dgm:cxn modelId="{40C21E10-B346-406C-8F25-D8FFCDCC6589}" type="presParOf" srcId="{82600A9F-98E9-47C1-9BB0-772D00A412E2}" destId="{F3F53BD6-4935-43D7-8065-71D1969BB743}" srcOrd="11" destOrd="0" presId="urn:microsoft.com/office/officeart/2005/8/layout/cycle6"/>
    <dgm:cxn modelId="{A2C94FB7-C560-4779-AE21-2F7575447134}" type="presParOf" srcId="{82600A9F-98E9-47C1-9BB0-772D00A412E2}" destId="{AEC76017-F154-4CB2-BA41-B32E468D4FDA}" srcOrd="12" destOrd="0" presId="urn:microsoft.com/office/officeart/2005/8/layout/cycle6"/>
    <dgm:cxn modelId="{8ACE60BE-182E-4F3B-A790-D8C7408B310D}" type="presParOf" srcId="{82600A9F-98E9-47C1-9BB0-772D00A412E2}" destId="{9B63C10B-343D-4249-8067-A5EFBB2ED5C1}" srcOrd="13" destOrd="0" presId="urn:microsoft.com/office/officeart/2005/8/layout/cycle6"/>
    <dgm:cxn modelId="{5364B667-39C6-4529-A192-9D6725BD4CBA}" type="presParOf" srcId="{82600A9F-98E9-47C1-9BB0-772D00A412E2}" destId="{8B577C85-C518-4E6B-9436-60620EDB4899}" srcOrd="14"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768BDB-CE5A-467C-AF69-23353BB60451}">
      <dsp:nvSpPr>
        <dsp:cNvPr id="0" name=""/>
        <dsp:cNvSpPr/>
      </dsp:nvSpPr>
      <dsp:spPr>
        <a:xfrm>
          <a:off x="3216671" y="2009"/>
          <a:ext cx="1694656" cy="110152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Unstable environment</a:t>
          </a:r>
          <a:endParaRPr lang="en-US" sz="1700" kern="1200" dirty="0"/>
        </a:p>
      </dsp:txBody>
      <dsp:txXfrm>
        <a:off x="3270443" y="55781"/>
        <a:ext cx="1587112" cy="993982"/>
      </dsp:txXfrm>
    </dsp:sp>
    <dsp:sp modelId="{C2E234B4-5F4C-49DF-BC37-AA11D8306E0C}">
      <dsp:nvSpPr>
        <dsp:cNvPr id="0" name=""/>
        <dsp:cNvSpPr/>
      </dsp:nvSpPr>
      <dsp:spPr>
        <a:xfrm>
          <a:off x="2245931" y="552772"/>
          <a:ext cx="3636137" cy="3636137"/>
        </a:xfrm>
        <a:custGeom>
          <a:avLst/>
          <a:gdLst/>
          <a:ahLst/>
          <a:cxnLst/>
          <a:rect l="0" t="0" r="0" b="0"/>
          <a:pathLst>
            <a:path>
              <a:moveTo>
                <a:pt x="2677576" y="216001"/>
              </a:moveTo>
              <a:arcTo wR="1818068" hR="1818068" stAng="17892811" swAng="2623056"/>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E53E8F7-993D-40CB-B1DC-1AF19D11E886}">
      <dsp:nvSpPr>
        <dsp:cNvPr id="0" name=""/>
        <dsp:cNvSpPr/>
      </dsp:nvSpPr>
      <dsp:spPr>
        <a:xfrm>
          <a:off x="5034740" y="1820078"/>
          <a:ext cx="1694656" cy="110152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Manual check missed</a:t>
          </a:r>
          <a:endParaRPr lang="en-US" sz="1700" kern="1200" dirty="0"/>
        </a:p>
      </dsp:txBody>
      <dsp:txXfrm>
        <a:off x="5088512" y="1873850"/>
        <a:ext cx="1587112" cy="993982"/>
      </dsp:txXfrm>
    </dsp:sp>
    <dsp:sp modelId="{F585229F-1054-4BCB-8886-4DC8A4BFAD73}">
      <dsp:nvSpPr>
        <dsp:cNvPr id="0" name=""/>
        <dsp:cNvSpPr/>
      </dsp:nvSpPr>
      <dsp:spPr>
        <a:xfrm>
          <a:off x="2245931" y="552772"/>
          <a:ext cx="3636137" cy="3636137"/>
        </a:xfrm>
        <a:custGeom>
          <a:avLst/>
          <a:gdLst/>
          <a:ahLst/>
          <a:cxnLst/>
          <a:rect l="0" t="0" r="0" b="0"/>
          <a:pathLst>
            <a:path>
              <a:moveTo>
                <a:pt x="3546478" y="2381961"/>
              </a:moveTo>
              <a:arcTo wR="1818068" hR="1818068" stAng="1084134" swAng="2623056"/>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FFA78BD-6107-4D66-A5F9-B5245F7FF9FF}">
      <dsp:nvSpPr>
        <dsp:cNvPr id="0" name=""/>
        <dsp:cNvSpPr/>
      </dsp:nvSpPr>
      <dsp:spPr>
        <a:xfrm>
          <a:off x="3216671" y="3638147"/>
          <a:ext cx="1694656" cy="110152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Food begins to spoil</a:t>
          </a:r>
          <a:endParaRPr lang="en-US" sz="1700" kern="1200" dirty="0"/>
        </a:p>
      </dsp:txBody>
      <dsp:txXfrm>
        <a:off x="3270443" y="3691919"/>
        <a:ext cx="1587112" cy="993982"/>
      </dsp:txXfrm>
    </dsp:sp>
    <dsp:sp modelId="{106D3929-0D67-4DC0-A0FE-1239774D2C8C}">
      <dsp:nvSpPr>
        <dsp:cNvPr id="0" name=""/>
        <dsp:cNvSpPr/>
      </dsp:nvSpPr>
      <dsp:spPr>
        <a:xfrm>
          <a:off x="2245931" y="552772"/>
          <a:ext cx="3636137" cy="3636137"/>
        </a:xfrm>
        <a:custGeom>
          <a:avLst/>
          <a:gdLst/>
          <a:ahLst/>
          <a:cxnLst/>
          <a:rect l="0" t="0" r="0" b="0"/>
          <a:pathLst>
            <a:path>
              <a:moveTo>
                <a:pt x="958561" y="3420136"/>
              </a:moveTo>
              <a:arcTo wR="1818068" hR="1818068" stAng="7092811" swAng="2623056"/>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6837B3D-66BB-4C72-B8E7-7235EF4A6F48}">
      <dsp:nvSpPr>
        <dsp:cNvPr id="0" name=""/>
        <dsp:cNvSpPr/>
      </dsp:nvSpPr>
      <dsp:spPr>
        <a:xfrm>
          <a:off x="1398602" y="1820078"/>
          <a:ext cx="1694656" cy="110152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Financial and Compliance loss</a:t>
          </a:r>
          <a:endParaRPr lang="en-US" sz="1700" kern="1200" dirty="0"/>
        </a:p>
      </dsp:txBody>
      <dsp:txXfrm>
        <a:off x="1452374" y="1873850"/>
        <a:ext cx="1587112" cy="993982"/>
      </dsp:txXfrm>
    </dsp:sp>
    <dsp:sp modelId="{339BEDD8-AF8C-44F7-9A85-C2892460DD2C}">
      <dsp:nvSpPr>
        <dsp:cNvPr id="0" name=""/>
        <dsp:cNvSpPr/>
      </dsp:nvSpPr>
      <dsp:spPr>
        <a:xfrm>
          <a:off x="2245931" y="552772"/>
          <a:ext cx="3636137" cy="3636137"/>
        </a:xfrm>
        <a:custGeom>
          <a:avLst/>
          <a:gdLst/>
          <a:ahLst/>
          <a:cxnLst/>
          <a:rect l="0" t="0" r="0" b="0"/>
          <a:pathLst>
            <a:path>
              <a:moveTo>
                <a:pt x="89659" y="1254176"/>
              </a:moveTo>
              <a:arcTo wR="1818068" hR="1818068" stAng="11884134" swAng="2623056"/>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EF4C05-AF26-4B19-872A-7755E6427BA5}">
      <dsp:nvSpPr>
        <dsp:cNvPr id="0" name=""/>
        <dsp:cNvSpPr/>
      </dsp:nvSpPr>
      <dsp:spPr>
        <a:xfrm>
          <a:off x="2062" y="569875"/>
          <a:ext cx="3272802" cy="2254960"/>
        </a:xfrm>
        <a:prstGeom prst="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59000" b="-59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DD3797-E251-43D9-B882-6401DD8AEED2}">
      <dsp:nvSpPr>
        <dsp:cNvPr id="0" name=""/>
        <dsp:cNvSpPr/>
      </dsp:nvSpPr>
      <dsp:spPr>
        <a:xfrm>
          <a:off x="2062" y="2824836"/>
          <a:ext cx="3272802" cy="1214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0" numCol="1" spcCol="1270" anchor="t" anchorCtr="0">
          <a:noAutofit/>
        </a:bodyPr>
        <a:lstStyle/>
        <a:p>
          <a:pPr lvl="0" algn="ctr" defTabSz="711200">
            <a:lnSpc>
              <a:spcPct val="90000"/>
            </a:lnSpc>
            <a:spcBef>
              <a:spcPct val="0"/>
            </a:spcBef>
            <a:spcAft>
              <a:spcPct val="35000"/>
            </a:spcAft>
          </a:pPr>
          <a:r>
            <a:rPr lang="en-US" sz="1600" kern="1200" dirty="0" smtClean="0">
              <a:latin typeface="Arial Black" panose="020B0A04020102020204" pitchFamily="34" charset="0"/>
            </a:rPr>
            <a:t>Proactive Digital Guard: </a:t>
          </a:r>
        </a:p>
        <a:p>
          <a:pPr lvl="0" algn="ctr" defTabSz="711200">
            <a:lnSpc>
              <a:spcPct val="90000"/>
            </a:lnSpc>
            <a:spcBef>
              <a:spcPct val="0"/>
            </a:spcBef>
            <a:spcAft>
              <a:spcPct val="35000"/>
            </a:spcAft>
          </a:pPr>
          <a:r>
            <a:rPr lang="en-US" sz="1600" kern="1200" dirty="0" smtClean="0">
              <a:latin typeface="Arial" panose="020B0604020202020204" pitchFamily="34" charset="0"/>
              <a:cs typeface="Arial" panose="020B0604020202020204" pitchFamily="34" charset="0"/>
            </a:rPr>
            <a:t>An </a:t>
          </a:r>
          <a:r>
            <a:rPr lang="en-US" sz="1600" kern="1200" dirty="0" err="1" smtClean="0">
              <a:latin typeface="Arial" panose="020B0604020202020204" pitchFamily="34" charset="0"/>
              <a:cs typeface="Arial" panose="020B0604020202020204" pitchFamily="34" charset="0"/>
            </a:rPr>
            <a:t>IoT</a:t>
          </a:r>
          <a:r>
            <a:rPr lang="en-US" sz="1600" kern="1200" dirty="0" smtClean="0">
              <a:latin typeface="Arial" panose="020B0604020202020204" pitchFamily="34" charset="0"/>
              <a:cs typeface="Arial" panose="020B0604020202020204" pitchFamily="34" charset="0"/>
            </a:rPr>
            <a:t>-based monitoring system specifically designed for food storage environments</a:t>
          </a:r>
          <a:endParaRPr lang="en-US" sz="1600" kern="1200" dirty="0">
            <a:latin typeface="Arial" panose="020B0604020202020204" pitchFamily="34" charset="0"/>
            <a:cs typeface="Arial" panose="020B0604020202020204" pitchFamily="34" charset="0"/>
          </a:endParaRPr>
        </a:p>
      </dsp:txBody>
      <dsp:txXfrm>
        <a:off x="2062" y="2824836"/>
        <a:ext cx="3272802" cy="1214209"/>
      </dsp:txXfrm>
    </dsp:sp>
    <dsp:sp modelId="{EDA4EACD-E4D4-4BCA-99F3-3D516199EF3C}">
      <dsp:nvSpPr>
        <dsp:cNvPr id="0" name=""/>
        <dsp:cNvSpPr/>
      </dsp:nvSpPr>
      <dsp:spPr>
        <a:xfrm>
          <a:off x="3602282" y="569875"/>
          <a:ext cx="3272802" cy="2254960"/>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0000" b="-10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A89308-9498-47CD-B8D5-DECB3D4914BE}">
      <dsp:nvSpPr>
        <dsp:cNvPr id="0" name=""/>
        <dsp:cNvSpPr/>
      </dsp:nvSpPr>
      <dsp:spPr>
        <a:xfrm>
          <a:off x="3602282" y="2824836"/>
          <a:ext cx="3272802" cy="1214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0" numCol="1" spcCol="1270" anchor="t" anchorCtr="0">
          <a:noAutofit/>
        </a:bodyPr>
        <a:lstStyle/>
        <a:p>
          <a:pPr lvl="0" algn="ctr" defTabSz="711200">
            <a:lnSpc>
              <a:spcPct val="90000"/>
            </a:lnSpc>
            <a:spcBef>
              <a:spcPct val="0"/>
            </a:spcBef>
            <a:spcAft>
              <a:spcPct val="35000"/>
            </a:spcAft>
          </a:pPr>
          <a:r>
            <a:rPr lang="en-US" sz="1600" kern="1200" dirty="0" smtClean="0">
              <a:latin typeface="Arial Black" panose="020B0A04020102020204" pitchFamily="34" charset="0"/>
            </a:rPr>
            <a:t>High-Precision Technology: </a:t>
          </a:r>
        </a:p>
        <a:p>
          <a:pPr lvl="0" algn="ctr" defTabSz="711200">
            <a:lnSpc>
              <a:spcPct val="90000"/>
            </a:lnSpc>
            <a:spcBef>
              <a:spcPct val="0"/>
            </a:spcBef>
            <a:spcAft>
              <a:spcPct val="35000"/>
            </a:spcAft>
          </a:pPr>
          <a:r>
            <a:rPr lang="en-US" sz="1600" kern="1200" dirty="0" smtClean="0">
              <a:latin typeface="Arial" panose="020B0604020202020204" pitchFamily="34" charset="0"/>
              <a:cs typeface="Arial" panose="020B0604020202020204" pitchFamily="34" charset="0"/>
            </a:rPr>
            <a:t>Uses advanced sensors to track vital conditions like temperature and humidity with extreme accuracy</a:t>
          </a:r>
          <a:r>
            <a:rPr lang="en-US" sz="1300" kern="1200" dirty="0" smtClean="0">
              <a:latin typeface="Arial Black" panose="020B0A04020102020204" pitchFamily="34" charset="0"/>
            </a:rPr>
            <a:t>.</a:t>
          </a:r>
          <a:endParaRPr lang="en-US" sz="1300" kern="1200" dirty="0">
            <a:latin typeface="Arial Black" panose="020B0A04020102020204" pitchFamily="34" charset="0"/>
          </a:endParaRPr>
        </a:p>
      </dsp:txBody>
      <dsp:txXfrm>
        <a:off x="3602282" y="2824836"/>
        <a:ext cx="3272802" cy="1214209"/>
      </dsp:txXfrm>
    </dsp:sp>
    <dsp:sp modelId="{A5D1EF8B-6975-46D5-BC38-220CE4BE32C2}">
      <dsp:nvSpPr>
        <dsp:cNvPr id="0" name=""/>
        <dsp:cNvSpPr/>
      </dsp:nvSpPr>
      <dsp:spPr>
        <a:xfrm>
          <a:off x="7202502" y="569875"/>
          <a:ext cx="3272802" cy="2254960"/>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EBDCD7-EB43-4C20-B9F8-55C34B0A81B8}">
      <dsp:nvSpPr>
        <dsp:cNvPr id="0" name=""/>
        <dsp:cNvSpPr/>
      </dsp:nvSpPr>
      <dsp:spPr>
        <a:xfrm>
          <a:off x="7202502" y="2824836"/>
          <a:ext cx="3272802" cy="1214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0" numCol="1" spcCol="1270" anchor="t" anchorCtr="0">
          <a:noAutofit/>
        </a:bodyPr>
        <a:lstStyle/>
        <a:p>
          <a:pPr lvl="0" algn="l" defTabSz="488950">
            <a:lnSpc>
              <a:spcPct val="90000"/>
            </a:lnSpc>
            <a:spcBef>
              <a:spcPct val="0"/>
            </a:spcBef>
            <a:spcAft>
              <a:spcPct val="35000"/>
            </a:spcAft>
          </a:pPr>
          <a:r>
            <a:rPr lang="en-US" sz="1100" kern="1200" dirty="0" smtClean="0"/>
            <a:t>​</a:t>
          </a:r>
          <a:r>
            <a:rPr lang="en-US" sz="1600" kern="1200" dirty="0" smtClean="0">
              <a:latin typeface="Arial Black" panose="020B0A04020102020204" pitchFamily="34" charset="0"/>
            </a:rPr>
            <a:t>Built for Durability: </a:t>
          </a:r>
        </a:p>
        <a:p>
          <a:pPr lvl="0" algn="l" defTabSz="488950">
            <a:lnSpc>
              <a:spcPct val="90000"/>
            </a:lnSpc>
            <a:spcBef>
              <a:spcPct val="0"/>
            </a:spcBef>
            <a:spcAft>
              <a:spcPct val="35000"/>
            </a:spcAft>
          </a:pPr>
          <a:r>
            <a:rPr lang="en-US" sz="1600" kern="1200" dirty="0" smtClean="0">
              <a:latin typeface="Arial" panose="020B0604020202020204" pitchFamily="34" charset="0"/>
              <a:cs typeface="Arial" panose="020B0604020202020204" pitchFamily="34" charset="0"/>
            </a:rPr>
            <a:t>Engineered to withstand tough cold storage settings, ensuring reliable operation 24/7.</a:t>
          </a:r>
          <a:endParaRPr lang="en-US" sz="1600" kern="1200" dirty="0">
            <a:latin typeface="Arial" panose="020B0604020202020204" pitchFamily="34" charset="0"/>
            <a:cs typeface="Arial" panose="020B0604020202020204" pitchFamily="34" charset="0"/>
          </a:endParaRPr>
        </a:p>
        <a:p>
          <a:pPr marL="57150" lvl="1" indent="-57150" algn="l" defTabSz="400050">
            <a:lnSpc>
              <a:spcPct val="90000"/>
            </a:lnSpc>
            <a:spcBef>
              <a:spcPct val="0"/>
            </a:spcBef>
            <a:spcAft>
              <a:spcPct val="15000"/>
            </a:spcAft>
            <a:buChar char="••"/>
          </a:pPr>
          <a:endParaRPr lang="en-US" sz="900" kern="1200" dirty="0">
            <a:latin typeface="Arial" panose="020B0604020202020204" pitchFamily="34" charset="0"/>
            <a:cs typeface="Arial" panose="020B0604020202020204" pitchFamily="34" charset="0"/>
          </a:endParaRPr>
        </a:p>
        <a:p>
          <a:pPr marL="57150" lvl="1" indent="-57150" algn="l" defTabSz="400050">
            <a:lnSpc>
              <a:spcPct val="90000"/>
            </a:lnSpc>
            <a:spcBef>
              <a:spcPct val="0"/>
            </a:spcBef>
            <a:spcAft>
              <a:spcPct val="15000"/>
            </a:spcAft>
            <a:buChar char="••"/>
          </a:pPr>
          <a:endParaRPr lang="en-US" sz="900" kern="1200" dirty="0">
            <a:latin typeface="Arial Black" panose="020B0A04020102020204" pitchFamily="34" charset="0"/>
          </a:endParaRPr>
        </a:p>
      </dsp:txBody>
      <dsp:txXfrm>
        <a:off x="7202502" y="2824836"/>
        <a:ext cx="3272802" cy="12142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6611D-49C9-43F6-AF5C-FE81AF56132B}">
      <dsp:nvSpPr>
        <dsp:cNvPr id="0" name=""/>
        <dsp:cNvSpPr/>
      </dsp:nvSpPr>
      <dsp:spPr>
        <a:xfrm rot="5400000">
          <a:off x="4790615" y="-1749041"/>
          <a:ext cx="1290514" cy="5116115"/>
        </a:xfrm>
        <a:prstGeom prst="round2Same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​Uses high-quality sensors to track temperature and humidity with extreme accuracy.</a:t>
          </a:r>
          <a:endParaRPr lang="en-US" sz="1400" kern="1200" dirty="0"/>
        </a:p>
        <a:p>
          <a:pPr marL="114300" lvl="1" indent="-114300" algn="l" defTabSz="622300">
            <a:lnSpc>
              <a:spcPct val="90000"/>
            </a:lnSpc>
            <a:spcBef>
              <a:spcPct val="0"/>
            </a:spcBef>
            <a:spcAft>
              <a:spcPct val="15000"/>
            </a:spcAft>
            <a:buChar char="••"/>
          </a:pPr>
          <a:r>
            <a:rPr lang="en-US" sz="1400" kern="1200" dirty="0" smtClean="0"/>
            <a:t>​Keeps a constant watch on conditions to ensure food stays fresh.</a:t>
          </a:r>
          <a:endParaRPr lang="en-US" sz="1400" kern="1200" dirty="0"/>
        </a:p>
        <a:p>
          <a:pPr marL="114300" lvl="1" indent="-114300" algn="l" defTabSz="622300">
            <a:lnSpc>
              <a:spcPct val="90000"/>
            </a:lnSpc>
            <a:spcBef>
              <a:spcPct val="0"/>
            </a:spcBef>
            <a:spcAft>
              <a:spcPct val="15000"/>
            </a:spcAft>
            <a:buChar char="••"/>
          </a:pPr>
          <a:endParaRPr lang="en-US" sz="1400" kern="1200"/>
        </a:p>
      </dsp:txBody>
      <dsp:txXfrm rot="-5400000">
        <a:off x="2877815" y="226757"/>
        <a:ext cx="5053117" cy="1164518"/>
      </dsp:txXfrm>
    </dsp:sp>
    <dsp:sp modelId="{DF488C57-E1E8-4AAC-9B11-83DAC731369C}">
      <dsp:nvSpPr>
        <dsp:cNvPr id="0" name=""/>
        <dsp:cNvSpPr/>
      </dsp:nvSpPr>
      <dsp:spPr>
        <a:xfrm>
          <a:off x="0" y="2444"/>
          <a:ext cx="2877814" cy="161314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lvl="0" algn="ctr" defTabSz="1377950">
            <a:lnSpc>
              <a:spcPct val="90000"/>
            </a:lnSpc>
            <a:spcBef>
              <a:spcPct val="0"/>
            </a:spcBef>
            <a:spcAft>
              <a:spcPct val="35000"/>
            </a:spcAft>
          </a:pPr>
          <a:r>
            <a:rPr lang="en-US" sz="3100" kern="1200" dirty="0" smtClean="0">
              <a:latin typeface="Arial Rounded MT Bold" panose="020F0704030504030204" pitchFamily="34" charset="0"/>
            </a:rPr>
            <a:t>Precise monitoring </a:t>
          </a:r>
          <a:endParaRPr lang="en-US" sz="3100" kern="1200" dirty="0">
            <a:latin typeface="Arial Rounded MT Bold" panose="020F0704030504030204" pitchFamily="34" charset="0"/>
          </a:endParaRPr>
        </a:p>
      </dsp:txBody>
      <dsp:txXfrm>
        <a:off x="78747" y="81191"/>
        <a:ext cx="2720320" cy="1455649"/>
      </dsp:txXfrm>
    </dsp:sp>
    <dsp:sp modelId="{51A76ED3-12A4-453D-BC8A-A2EBCDB89513}">
      <dsp:nvSpPr>
        <dsp:cNvPr id="0" name=""/>
        <dsp:cNvSpPr/>
      </dsp:nvSpPr>
      <dsp:spPr>
        <a:xfrm rot="5400000">
          <a:off x="4790615" y="-55241"/>
          <a:ext cx="1290514" cy="5116115"/>
        </a:xfrm>
        <a:prstGeom prst="round2Same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Automatically syncs data to the cloud for 24/7 remote access.</a:t>
          </a:r>
          <a:endParaRPr lang="en-US" sz="1400" kern="1200" dirty="0"/>
        </a:p>
        <a:p>
          <a:pPr marL="114300" lvl="1" indent="-114300" algn="l" defTabSz="622300">
            <a:lnSpc>
              <a:spcPct val="90000"/>
            </a:lnSpc>
            <a:spcBef>
              <a:spcPct val="0"/>
            </a:spcBef>
            <a:spcAft>
              <a:spcPct val="15000"/>
            </a:spcAft>
            <a:buChar char="••"/>
          </a:pPr>
          <a:r>
            <a:rPr lang="en-US" sz="1400" kern="1200" dirty="0" smtClean="0"/>
            <a:t>​Easily plugs into your existing warehouse system without any complex setup.</a:t>
          </a:r>
          <a:endParaRPr lang="en-US" sz="1400" kern="1200" dirty="0"/>
        </a:p>
      </dsp:txBody>
      <dsp:txXfrm rot="-5400000">
        <a:off x="2877815" y="1920557"/>
        <a:ext cx="5053117" cy="1164518"/>
      </dsp:txXfrm>
    </dsp:sp>
    <dsp:sp modelId="{A09B0083-62F3-428C-BEC3-14A75742F3A3}">
      <dsp:nvSpPr>
        <dsp:cNvPr id="0" name=""/>
        <dsp:cNvSpPr/>
      </dsp:nvSpPr>
      <dsp:spPr>
        <a:xfrm>
          <a:off x="0" y="1696244"/>
          <a:ext cx="2877814" cy="161314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lvl="0" algn="ctr" defTabSz="1377950">
            <a:lnSpc>
              <a:spcPct val="90000"/>
            </a:lnSpc>
            <a:spcBef>
              <a:spcPct val="0"/>
            </a:spcBef>
            <a:spcAft>
              <a:spcPct val="35000"/>
            </a:spcAft>
          </a:pPr>
          <a:r>
            <a:rPr lang="en-US" sz="3100" kern="1200" dirty="0" smtClean="0">
              <a:latin typeface="Arial Rounded MT Bold" panose="020F0704030504030204" pitchFamily="34" charset="0"/>
            </a:rPr>
            <a:t>Cloud</a:t>
          </a:r>
          <a:r>
            <a:rPr lang="en-US" sz="3100" kern="1200" baseline="0" dirty="0" smtClean="0">
              <a:latin typeface="Arial Rounded MT Bold" panose="020F0704030504030204" pitchFamily="34" charset="0"/>
            </a:rPr>
            <a:t> connectivity</a:t>
          </a:r>
          <a:endParaRPr lang="en-US" sz="3100" kern="1200" dirty="0">
            <a:latin typeface="Arial Rounded MT Bold" panose="020F0704030504030204" pitchFamily="34" charset="0"/>
          </a:endParaRPr>
        </a:p>
      </dsp:txBody>
      <dsp:txXfrm>
        <a:off x="78747" y="1774991"/>
        <a:ext cx="2720320" cy="1455649"/>
      </dsp:txXfrm>
    </dsp:sp>
    <dsp:sp modelId="{0A241576-6F2D-450E-902A-408C1A537E17}">
      <dsp:nvSpPr>
        <dsp:cNvPr id="0" name=""/>
        <dsp:cNvSpPr/>
      </dsp:nvSpPr>
      <dsp:spPr>
        <a:xfrm rot="5400000">
          <a:off x="4790615" y="1638559"/>
          <a:ext cx="1290514" cy="5116115"/>
        </a:xfrm>
        <a:prstGeom prst="round2Same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Sends instant notifications if conditions ever go outside of safe limits.</a:t>
          </a:r>
          <a:endParaRPr lang="en-US" sz="1400" kern="1200" dirty="0"/>
        </a:p>
        <a:p>
          <a:pPr marL="114300" lvl="1" indent="-114300" algn="l" defTabSz="622300">
            <a:lnSpc>
              <a:spcPct val="90000"/>
            </a:lnSpc>
            <a:spcBef>
              <a:spcPct val="0"/>
            </a:spcBef>
            <a:spcAft>
              <a:spcPct val="15000"/>
            </a:spcAft>
            <a:buChar char="••"/>
          </a:pPr>
          <a:r>
            <a:rPr lang="en-US" sz="1400" kern="1200" dirty="0" smtClean="0"/>
            <a:t>​Helps staff stop spoilage before it happens by acting fast.</a:t>
          </a:r>
          <a:endParaRPr lang="en-US" sz="1400" kern="1200" dirty="0"/>
        </a:p>
        <a:p>
          <a:pPr marL="114300" lvl="1" indent="-114300" algn="l" defTabSz="622300">
            <a:lnSpc>
              <a:spcPct val="90000"/>
            </a:lnSpc>
            <a:spcBef>
              <a:spcPct val="0"/>
            </a:spcBef>
            <a:spcAft>
              <a:spcPct val="15000"/>
            </a:spcAft>
            <a:buChar char="••"/>
          </a:pPr>
          <a:endParaRPr lang="en-US" sz="1400" kern="1200" dirty="0"/>
        </a:p>
      </dsp:txBody>
      <dsp:txXfrm rot="-5400000">
        <a:off x="2877815" y="3614357"/>
        <a:ext cx="5053117" cy="1164518"/>
      </dsp:txXfrm>
    </dsp:sp>
    <dsp:sp modelId="{15959E28-2F03-44B6-AB6D-753882F1E6F0}">
      <dsp:nvSpPr>
        <dsp:cNvPr id="0" name=""/>
        <dsp:cNvSpPr/>
      </dsp:nvSpPr>
      <dsp:spPr>
        <a:xfrm>
          <a:off x="0" y="3390045"/>
          <a:ext cx="2877814" cy="161314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lvl="0" algn="ctr" defTabSz="1377950">
            <a:lnSpc>
              <a:spcPct val="90000"/>
            </a:lnSpc>
            <a:spcBef>
              <a:spcPct val="0"/>
            </a:spcBef>
            <a:spcAft>
              <a:spcPct val="35000"/>
            </a:spcAft>
          </a:pPr>
          <a:r>
            <a:rPr lang="en-US" sz="3100" kern="1200" dirty="0" smtClean="0">
              <a:latin typeface="Arial Rounded MT Bold" panose="020F0704030504030204" pitchFamily="34" charset="0"/>
            </a:rPr>
            <a:t>Smart alerts</a:t>
          </a:r>
          <a:endParaRPr lang="en-US" sz="3100" kern="1200" dirty="0">
            <a:latin typeface="Arial Rounded MT Bold" panose="020F0704030504030204" pitchFamily="34" charset="0"/>
          </a:endParaRPr>
        </a:p>
      </dsp:txBody>
      <dsp:txXfrm>
        <a:off x="78747" y="3468792"/>
        <a:ext cx="2720320" cy="14556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CFE2FE-2ED0-4650-9A46-2BC129CF56E6}">
      <dsp:nvSpPr>
        <dsp:cNvPr id="0" name=""/>
        <dsp:cNvSpPr/>
      </dsp:nvSpPr>
      <dsp:spPr>
        <a:xfrm>
          <a:off x="1086757" y="990"/>
          <a:ext cx="2138553" cy="106927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smtClean="0">
              <a:latin typeface="Arial Black" panose="020B0A04020102020204" pitchFamily="34" charset="0"/>
            </a:rPr>
            <a:t>Core controller &amp; Connectivity</a:t>
          </a:r>
          <a:endParaRPr lang="en-US" sz="1900" kern="1200" dirty="0">
            <a:latin typeface="Arial Black" panose="020B0A04020102020204" pitchFamily="34" charset="0"/>
          </a:endParaRPr>
        </a:p>
      </dsp:txBody>
      <dsp:txXfrm>
        <a:off x="1118075" y="32308"/>
        <a:ext cx="2075917" cy="1006640"/>
      </dsp:txXfrm>
    </dsp:sp>
    <dsp:sp modelId="{BC86074F-8237-40A1-B2A4-1AF132B69435}">
      <dsp:nvSpPr>
        <dsp:cNvPr id="0" name=""/>
        <dsp:cNvSpPr/>
      </dsp:nvSpPr>
      <dsp:spPr>
        <a:xfrm>
          <a:off x="1300612" y="1070267"/>
          <a:ext cx="213855" cy="801957"/>
        </a:xfrm>
        <a:custGeom>
          <a:avLst/>
          <a:gdLst/>
          <a:ahLst/>
          <a:cxnLst/>
          <a:rect l="0" t="0" r="0" b="0"/>
          <a:pathLst>
            <a:path>
              <a:moveTo>
                <a:pt x="0" y="0"/>
              </a:moveTo>
              <a:lnTo>
                <a:pt x="0" y="801957"/>
              </a:lnTo>
              <a:lnTo>
                <a:pt x="213855" y="801957"/>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876B53-553D-4AD8-8310-3A3EB6ABFD16}">
      <dsp:nvSpPr>
        <dsp:cNvPr id="0" name=""/>
        <dsp:cNvSpPr/>
      </dsp:nvSpPr>
      <dsp:spPr>
        <a:xfrm>
          <a:off x="1514467" y="1337587"/>
          <a:ext cx="1696642" cy="106927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t" anchorCtr="0">
          <a:noAutofit/>
        </a:bodyPr>
        <a:lstStyle/>
        <a:p>
          <a:pPr lvl="0" algn="l" defTabSz="889000">
            <a:lnSpc>
              <a:spcPct val="90000"/>
            </a:lnSpc>
            <a:spcBef>
              <a:spcPct val="0"/>
            </a:spcBef>
            <a:spcAft>
              <a:spcPct val="35000"/>
            </a:spcAft>
          </a:pPr>
          <a:r>
            <a:rPr lang="en-US" sz="2000" kern="1200" dirty="0" smtClean="0">
              <a:latin typeface="Arial Black" panose="020B0A04020102020204" pitchFamily="34" charset="0"/>
            </a:rPr>
            <a:t>ESP32</a:t>
          </a:r>
          <a:endParaRPr lang="en-US" sz="2000" kern="1200" dirty="0">
            <a:latin typeface="Arial Black" panose="020B0A04020102020204" pitchFamily="34" charset="0"/>
          </a:endParaRPr>
        </a:p>
        <a:p>
          <a:pPr marL="57150" lvl="1" indent="-57150" algn="l" defTabSz="222250">
            <a:lnSpc>
              <a:spcPct val="90000"/>
            </a:lnSpc>
            <a:spcBef>
              <a:spcPct val="0"/>
            </a:spcBef>
            <a:spcAft>
              <a:spcPct val="15000"/>
            </a:spcAft>
            <a:buChar char="••"/>
          </a:pPr>
          <a:endParaRPr lang="en-US" sz="500" kern="1200" dirty="0"/>
        </a:p>
      </dsp:txBody>
      <dsp:txXfrm>
        <a:off x="1545785" y="1368905"/>
        <a:ext cx="1634006" cy="1006640"/>
      </dsp:txXfrm>
    </dsp:sp>
    <dsp:sp modelId="{C57B962B-FF51-4C7E-993F-6404C39377B4}">
      <dsp:nvSpPr>
        <dsp:cNvPr id="0" name=""/>
        <dsp:cNvSpPr/>
      </dsp:nvSpPr>
      <dsp:spPr>
        <a:xfrm>
          <a:off x="3759949" y="990"/>
          <a:ext cx="2138553" cy="106927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err="1" smtClean="0">
              <a:latin typeface="Arial Black" panose="020B0A04020102020204" pitchFamily="34" charset="0"/>
            </a:rPr>
            <a:t>Evironmental</a:t>
          </a:r>
          <a:r>
            <a:rPr lang="en-US" sz="1900" kern="1200" dirty="0" smtClean="0">
              <a:latin typeface="Arial Black" panose="020B0A04020102020204" pitchFamily="34" charset="0"/>
            </a:rPr>
            <a:t> Sensing </a:t>
          </a:r>
          <a:r>
            <a:rPr lang="en-US" sz="1900" kern="1200" dirty="0" err="1" smtClean="0">
              <a:latin typeface="Arial Black" panose="020B0A04020102020204" pitchFamily="34" charset="0"/>
            </a:rPr>
            <a:t>siute</a:t>
          </a:r>
          <a:endParaRPr lang="en-US" sz="1900" kern="1200" dirty="0">
            <a:latin typeface="Arial Black" panose="020B0A04020102020204" pitchFamily="34" charset="0"/>
          </a:endParaRPr>
        </a:p>
      </dsp:txBody>
      <dsp:txXfrm>
        <a:off x="3791267" y="32308"/>
        <a:ext cx="2075917" cy="1006640"/>
      </dsp:txXfrm>
    </dsp:sp>
    <dsp:sp modelId="{CACFC7B2-4DC4-4383-9306-EC8CD3C8D92E}">
      <dsp:nvSpPr>
        <dsp:cNvPr id="0" name=""/>
        <dsp:cNvSpPr/>
      </dsp:nvSpPr>
      <dsp:spPr>
        <a:xfrm>
          <a:off x="3973804" y="1070267"/>
          <a:ext cx="297994" cy="792612"/>
        </a:xfrm>
        <a:custGeom>
          <a:avLst/>
          <a:gdLst/>
          <a:ahLst/>
          <a:cxnLst/>
          <a:rect l="0" t="0" r="0" b="0"/>
          <a:pathLst>
            <a:path>
              <a:moveTo>
                <a:pt x="0" y="0"/>
              </a:moveTo>
              <a:lnTo>
                <a:pt x="0" y="792612"/>
              </a:lnTo>
              <a:lnTo>
                <a:pt x="297994" y="79261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E4D0F0-3BBF-40BC-BF35-4F661125B714}">
      <dsp:nvSpPr>
        <dsp:cNvPr id="0" name=""/>
        <dsp:cNvSpPr/>
      </dsp:nvSpPr>
      <dsp:spPr>
        <a:xfrm>
          <a:off x="4271799" y="1328241"/>
          <a:ext cx="1710842" cy="106927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smtClean="0">
              <a:latin typeface="Arial Black" panose="020B0A04020102020204" pitchFamily="34" charset="0"/>
            </a:rPr>
            <a:t>DHT22 sensor</a:t>
          </a:r>
          <a:endParaRPr lang="en-US" sz="2000" kern="1200" dirty="0">
            <a:latin typeface="Arial Black" panose="020B0A04020102020204" pitchFamily="34" charset="0"/>
          </a:endParaRPr>
        </a:p>
      </dsp:txBody>
      <dsp:txXfrm>
        <a:off x="4303117" y="1359559"/>
        <a:ext cx="1648206" cy="1006640"/>
      </dsp:txXfrm>
    </dsp:sp>
    <dsp:sp modelId="{488BF811-44A1-4946-9381-1AC0880A867D}">
      <dsp:nvSpPr>
        <dsp:cNvPr id="0" name=""/>
        <dsp:cNvSpPr/>
      </dsp:nvSpPr>
      <dsp:spPr>
        <a:xfrm>
          <a:off x="3973804" y="1070267"/>
          <a:ext cx="213855" cy="2138553"/>
        </a:xfrm>
        <a:custGeom>
          <a:avLst/>
          <a:gdLst/>
          <a:ahLst/>
          <a:cxnLst/>
          <a:rect l="0" t="0" r="0" b="0"/>
          <a:pathLst>
            <a:path>
              <a:moveTo>
                <a:pt x="0" y="0"/>
              </a:moveTo>
              <a:lnTo>
                <a:pt x="0" y="2138553"/>
              </a:lnTo>
              <a:lnTo>
                <a:pt x="213855" y="213855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375273C-887B-4A5F-85E0-61080155F179}">
      <dsp:nvSpPr>
        <dsp:cNvPr id="0" name=""/>
        <dsp:cNvSpPr/>
      </dsp:nvSpPr>
      <dsp:spPr>
        <a:xfrm>
          <a:off x="4187659" y="2674183"/>
          <a:ext cx="1710842" cy="106927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smtClean="0">
              <a:latin typeface="Arial Black" panose="020B0A04020102020204" pitchFamily="34" charset="0"/>
            </a:rPr>
            <a:t>MQ-2 sensor</a:t>
          </a:r>
          <a:endParaRPr lang="en-US" sz="2000" kern="1200" dirty="0">
            <a:latin typeface="Arial Black" panose="020B0A04020102020204" pitchFamily="34" charset="0"/>
          </a:endParaRPr>
        </a:p>
      </dsp:txBody>
      <dsp:txXfrm>
        <a:off x="4218977" y="2705501"/>
        <a:ext cx="1648206" cy="1006640"/>
      </dsp:txXfrm>
    </dsp:sp>
    <dsp:sp modelId="{6F2339BD-354B-4EB5-A3C2-B296F30F60AB}">
      <dsp:nvSpPr>
        <dsp:cNvPr id="0" name=""/>
        <dsp:cNvSpPr/>
      </dsp:nvSpPr>
      <dsp:spPr>
        <a:xfrm>
          <a:off x="3973804" y="1070267"/>
          <a:ext cx="196781" cy="3459944"/>
        </a:xfrm>
        <a:custGeom>
          <a:avLst/>
          <a:gdLst/>
          <a:ahLst/>
          <a:cxnLst/>
          <a:rect l="0" t="0" r="0" b="0"/>
          <a:pathLst>
            <a:path>
              <a:moveTo>
                <a:pt x="0" y="0"/>
              </a:moveTo>
              <a:lnTo>
                <a:pt x="0" y="3459944"/>
              </a:lnTo>
              <a:lnTo>
                <a:pt x="196781" y="345994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998B35-4346-473B-83A0-80FBEBD93DF2}">
      <dsp:nvSpPr>
        <dsp:cNvPr id="0" name=""/>
        <dsp:cNvSpPr/>
      </dsp:nvSpPr>
      <dsp:spPr>
        <a:xfrm>
          <a:off x="4170585" y="3995574"/>
          <a:ext cx="1710842" cy="106927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smtClean="0">
              <a:latin typeface="Arial Black" panose="020B0A04020102020204" pitchFamily="34" charset="0"/>
            </a:rPr>
            <a:t>LDR &amp; resistor</a:t>
          </a:r>
          <a:endParaRPr lang="en-US" sz="2000" kern="1200" dirty="0">
            <a:latin typeface="Arial Black" panose="020B0A04020102020204" pitchFamily="34" charset="0"/>
          </a:endParaRPr>
        </a:p>
      </dsp:txBody>
      <dsp:txXfrm>
        <a:off x="4201903" y="4026892"/>
        <a:ext cx="1648206" cy="10066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8FB0F-D2F3-45F1-9845-6C9B0C6465A8}">
      <dsp:nvSpPr>
        <dsp:cNvPr id="0" name=""/>
        <dsp:cNvSpPr/>
      </dsp:nvSpPr>
      <dsp:spPr>
        <a:xfrm>
          <a:off x="1442" y="127668"/>
          <a:ext cx="2951064" cy="147553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latin typeface="Arial Black" panose="020B0A04020102020204" pitchFamily="34" charset="0"/>
            </a:rPr>
            <a:t>User feedback &amp; infrastructure</a:t>
          </a:r>
          <a:endParaRPr lang="en-US" sz="2700" kern="1200" dirty="0">
            <a:latin typeface="Arial Black" panose="020B0A04020102020204" pitchFamily="34" charset="0"/>
          </a:endParaRPr>
        </a:p>
      </dsp:txBody>
      <dsp:txXfrm>
        <a:off x="44659" y="170885"/>
        <a:ext cx="2864630" cy="1389098"/>
      </dsp:txXfrm>
    </dsp:sp>
    <dsp:sp modelId="{EAB56D87-5703-4275-99D0-EBBC63E784B8}">
      <dsp:nvSpPr>
        <dsp:cNvPr id="0" name=""/>
        <dsp:cNvSpPr/>
      </dsp:nvSpPr>
      <dsp:spPr>
        <a:xfrm>
          <a:off x="296548" y="1603200"/>
          <a:ext cx="295106" cy="1144806"/>
        </a:xfrm>
        <a:custGeom>
          <a:avLst/>
          <a:gdLst/>
          <a:ahLst/>
          <a:cxnLst/>
          <a:rect l="0" t="0" r="0" b="0"/>
          <a:pathLst>
            <a:path>
              <a:moveTo>
                <a:pt x="0" y="0"/>
              </a:moveTo>
              <a:lnTo>
                <a:pt x="0" y="1144806"/>
              </a:lnTo>
              <a:lnTo>
                <a:pt x="295106" y="114480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99A693-EC78-4BA1-8C56-E71AFDD60FE6}">
      <dsp:nvSpPr>
        <dsp:cNvPr id="0" name=""/>
        <dsp:cNvSpPr/>
      </dsp:nvSpPr>
      <dsp:spPr>
        <a:xfrm>
          <a:off x="591655" y="2010241"/>
          <a:ext cx="2360851" cy="147553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t" anchorCtr="0">
          <a:noAutofit/>
        </a:bodyPr>
        <a:lstStyle/>
        <a:p>
          <a:pPr lvl="0" algn="l" defTabSz="889000">
            <a:lnSpc>
              <a:spcPct val="90000"/>
            </a:lnSpc>
            <a:spcBef>
              <a:spcPct val="0"/>
            </a:spcBef>
            <a:spcAft>
              <a:spcPct val="35000"/>
            </a:spcAft>
          </a:pPr>
          <a:r>
            <a:rPr lang="en-US" sz="2000" kern="1200" dirty="0" smtClean="0">
              <a:latin typeface="Arial Black" panose="020B0A04020102020204" pitchFamily="34" charset="0"/>
            </a:rPr>
            <a:t>OLED display &amp; buzzer</a:t>
          </a:r>
          <a:endParaRPr lang="en-US" sz="2000" kern="1200" dirty="0">
            <a:latin typeface="Arial Black" panose="020B0A04020102020204" pitchFamily="34" charset="0"/>
          </a:endParaRPr>
        </a:p>
        <a:p>
          <a:pPr marL="57150" lvl="1" indent="-57150" algn="l" defTabSz="488950">
            <a:lnSpc>
              <a:spcPct val="90000"/>
            </a:lnSpc>
            <a:spcBef>
              <a:spcPct val="0"/>
            </a:spcBef>
            <a:spcAft>
              <a:spcPct val="15000"/>
            </a:spcAft>
            <a:buChar char="••"/>
          </a:pPr>
          <a:endParaRPr lang="en-US" sz="1100" kern="1200" dirty="0">
            <a:latin typeface="Arial Black" panose="020B0A04020102020204" pitchFamily="34" charset="0"/>
          </a:endParaRPr>
        </a:p>
        <a:p>
          <a:pPr marL="57150" lvl="1" indent="-57150" algn="l" defTabSz="488950">
            <a:lnSpc>
              <a:spcPct val="90000"/>
            </a:lnSpc>
            <a:spcBef>
              <a:spcPct val="0"/>
            </a:spcBef>
            <a:spcAft>
              <a:spcPct val="15000"/>
            </a:spcAft>
            <a:buChar char="••"/>
          </a:pPr>
          <a:endParaRPr lang="en-US" sz="1100" kern="1200" dirty="0"/>
        </a:p>
        <a:p>
          <a:pPr marL="114300" lvl="2" indent="-57150" algn="l" defTabSz="355600">
            <a:lnSpc>
              <a:spcPct val="90000"/>
            </a:lnSpc>
            <a:spcBef>
              <a:spcPct val="0"/>
            </a:spcBef>
            <a:spcAft>
              <a:spcPct val="15000"/>
            </a:spcAft>
            <a:buChar char="••"/>
          </a:pPr>
          <a:endParaRPr lang="en-US" sz="800" kern="1200" dirty="0"/>
        </a:p>
        <a:p>
          <a:pPr marL="171450" lvl="3" indent="-57150" algn="l" defTabSz="355600">
            <a:lnSpc>
              <a:spcPct val="90000"/>
            </a:lnSpc>
            <a:spcBef>
              <a:spcPct val="0"/>
            </a:spcBef>
            <a:spcAft>
              <a:spcPct val="15000"/>
            </a:spcAft>
            <a:buChar char="••"/>
          </a:pPr>
          <a:endParaRPr lang="en-US" sz="800" kern="1200" dirty="0"/>
        </a:p>
      </dsp:txBody>
      <dsp:txXfrm>
        <a:off x="634872" y="2053458"/>
        <a:ext cx="2274417" cy="138909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F303D2-364E-45F2-B186-92C2C2A8C186}">
      <dsp:nvSpPr>
        <dsp:cNvPr id="0" name=""/>
        <dsp:cNvSpPr/>
      </dsp:nvSpPr>
      <dsp:spPr>
        <a:xfrm rot="5400000">
          <a:off x="-161770" y="162370"/>
          <a:ext cx="1078466" cy="754926"/>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endParaRPr lang="en-US" sz="2100" kern="1200" dirty="0" smtClean="0"/>
        </a:p>
      </dsp:txBody>
      <dsp:txXfrm rot="-5400000">
        <a:off x="0" y="378063"/>
        <a:ext cx="754926" cy="323540"/>
      </dsp:txXfrm>
    </dsp:sp>
    <dsp:sp modelId="{5E058A12-EFD4-42E6-9D42-C5E02CFFB35F}">
      <dsp:nvSpPr>
        <dsp:cNvPr id="0" name=""/>
        <dsp:cNvSpPr/>
      </dsp:nvSpPr>
      <dsp:spPr>
        <a:xfrm rot="5400000">
          <a:off x="3713176" y="-2926416"/>
          <a:ext cx="638537" cy="6555037"/>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t>ESP32 reads data from all sensors every few seconds</a:t>
          </a:r>
          <a:endParaRPr lang="en-US" sz="1800" kern="1200" dirty="0"/>
        </a:p>
        <a:p>
          <a:pPr marL="171450" lvl="1" indent="-171450" algn="l" defTabSz="800100">
            <a:lnSpc>
              <a:spcPct val="90000"/>
            </a:lnSpc>
            <a:spcBef>
              <a:spcPct val="0"/>
            </a:spcBef>
            <a:spcAft>
              <a:spcPct val="15000"/>
            </a:spcAft>
            <a:buChar char="••"/>
          </a:pPr>
          <a:endParaRPr lang="en-US" sz="1800" kern="1200" dirty="0"/>
        </a:p>
      </dsp:txBody>
      <dsp:txXfrm rot="-5400000">
        <a:off x="754927" y="63004"/>
        <a:ext cx="6523866" cy="576195"/>
      </dsp:txXfrm>
    </dsp:sp>
    <dsp:sp modelId="{D179ABE1-B3E7-449F-BE6F-2659571BE943}">
      <dsp:nvSpPr>
        <dsp:cNvPr id="0" name=""/>
        <dsp:cNvSpPr/>
      </dsp:nvSpPr>
      <dsp:spPr>
        <a:xfrm rot="5400000">
          <a:off x="-161770" y="1036557"/>
          <a:ext cx="1078466" cy="754926"/>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endParaRPr lang="en-US" sz="2100" kern="1200" dirty="0"/>
        </a:p>
      </dsp:txBody>
      <dsp:txXfrm rot="-5400000">
        <a:off x="0" y="1252250"/>
        <a:ext cx="754926" cy="323540"/>
      </dsp:txXfrm>
    </dsp:sp>
    <dsp:sp modelId="{48DBC648-9774-4BF5-9EF7-106CBBC19448}">
      <dsp:nvSpPr>
        <dsp:cNvPr id="0" name=""/>
        <dsp:cNvSpPr/>
      </dsp:nvSpPr>
      <dsp:spPr>
        <a:xfrm rot="5400000">
          <a:off x="3681943" y="-2052229"/>
          <a:ext cx="701003" cy="6555037"/>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t>Sensors readings are displayed on an OLED display</a:t>
          </a:r>
          <a:endParaRPr lang="en-US" sz="1800" kern="1200" dirty="0"/>
        </a:p>
      </dsp:txBody>
      <dsp:txXfrm rot="-5400000">
        <a:off x="754926" y="909008"/>
        <a:ext cx="6520817" cy="632563"/>
      </dsp:txXfrm>
    </dsp:sp>
    <dsp:sp modelId="{31B9469A-2336-4AD1-A518-876D56F44EDB}">
      <dsp:nvSpPr>
        <dsp:cNvPr id="0" name=""/>
        <dsp:cNvSpPr/>
      </dsp:nvSpPr>
      <dsp:spPr>
        <a:xfrm rot="5400000">
          <a:off x="-161770" y="1910743"/>
          <a:ext cx="1078466" cy="754926"/>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endParaRPr lang="en-US" sz="2100" kern="1200" dirty="0"/>
        </a:p>
      </dsp:txBody>
      <dsp:txXfrm rot="-5400000">
        <a:off x="0" y="2126436"/>
        <a:ext cx="754926" cy="323540"/>
      </dsp:txXfrm>
    </dsp:sp>
    <dsp:sp modelId="{FD8A159B-F7A1-4C0C-B4D9-1C4CC2145A11}">
      <dsp:nvSpPr>
        <dsp:cNvPr id="0" name=""/>
        <dsp:cNvSpPr/>
      </dsp:nvSpPr>
      <dsp:spPr>
        <a:xfrm rot="5400000">
          <a:off x="3681943" y="-1178043"/>
          <a:ext cx="701003" cy="6555037"/>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t>Data is transmitted over WIFI</a:t>
          </a:r>
          <a:endParaRPr lang="en-US" sz="1800" kern="1200" dirty="0"/>
        </a:p>
      </dsp:txBody>
      <dsp:txXfrm rot="-5400000">
        <a:off x="754926" y="1783194"/>
        <a:ext cx="6520817" cy="63256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237545-5DC7-45DD-9795-4F552A002A56}">
      <dsp:nvSpPr>
        <dsp:cNvPr id="0" name=""/>
        <dsp:cNvSpPr/>
      </dsp:nvSpPr>
      <dsp:spPr>
        <a:xfrm rot="5400000">
          <a:off x="-163347" y="166304"/>
          <a:ext cx="1088983" cy="762288"/>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endParaRPr lang="en-US" sz="2100" kern="1200" dirty="0"/>
        </a:p>
      </dsp:txBody>
      <dsp:txXfrm rot="-5400000">
        <a:off x="1" y="384100"/>
        <a:ext cx="762288" cy="326695"/>
      </dsp:txXfrm>
    </dsp:sp>
    <dsp:sp modelId="{A796FE75-8DFF-4D9F-BCD3-E60DEE5F2724}">
      <dsp:nvSpPr>
        <dsp:cNvPr id="0" name=""/>
        <dsp:cNvSpPr/>
      </dsp:nvSpPr>
      <dsp:spPr>
        <a:xfrm rot="5400000">
          <a:off x="3750551" y="-2971030"/>
          <a:ext cx="693696" cy="6655815"/>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t>Sensor values are uploaded to an IOT cloud platform</a:t>
          </a:r>
          <a:endParaRPr lang="en-US" sz="1800" kern="1200" dirty="0"/>
        </a:p>
      </dsp:txBody>
      <dsp:txXfrm rot="-5400000">
        <a:off x="769492" y="43892"/>
        <a:ext cx="6621952" cy="625970"/>
      </dsp:txXfrm>
    </dsp:sp>
    <dsp:sp modelId="{31833467-C79C-4689-AAD2-AFC7AB1A5BE2}">
      <dsp:nvSpPr>
        <dsp:cNvPr id="0" name=""/>
        <dsp:cNvSpPr/>
      </dsp:nvSpPr>
      <dsp:spPr>
        <a:xfrm rot="5400000">
          <a:off x="-163347" y="1051729"/>
          <a:ext cx="1088983" cy="762288"/>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endParaRPr lang="en-US" sz="2100" kern="1200" dirty="0"/>
        </a:p>
      </dsp:txBody>
      <dsp:txXfrm rot="-5400000">
        <a:off x="1" y="1269525"/>
        <a:ext cx="762288" cy="326695"/>
      </dsp:txXfrm>
    </dsp:sp>
    <dsp:sp modelId="{470693C0-3FB0-415A-AB99-FB8D2F6F208E}">
      <dsp:nvSpPr>
        <dsp:cNvPr id="0" name=""/>
        <dsp:cNvSpPr/>
      </dsp:nvSpPr>
      <dsp:spPr>
        <a:xfrm rot="5400000">
          <a:off x="3743480" y="-2092809"/>
          <a:ext cx="707839" cy="6670222"/>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t>Historical data is restored</a:t>
          </a:r>
          <a:endParaRPr lang="en-US" sz="1800" kern="1200" dirty="0"/>
        </a:p>
      </dsp:txBody>
      <dsp:txXfrm rot="-5400000">
        <a:off x="762289" y="922936"/>
        <a:ext cx="6635668" cy="638731"/>
      </dsp:txXfrm>
    </dsp:sp>
    <dsp:sp modelId="{0DD61EB3-D1F9-4768-9696-09B456A3022E}">
      <dsp:nvSpPr>
        <dsp:cNvPr id="0" name=""/>
        <dsp:cNvSpPr/>
      </dsp:nvSpPr>
      <dsp:spPr>
        <a:xfrm rot="5400000">
          <a:off x="-163347" y="1937154"/>
          <a:ext cx="1088983" cy="762288"/>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endParaRPr lang="en-US" sz="2100" kern="1200" dirty="0"/>
        </a:p>
      </dsp:txBody>
      <dsp:txXfrm rot="-5400000">
        <a:off x="1" y="2154950"/>
        <a:ext cx="762288" cy="326695"/>
      </dsp:txXfrm>
    </dsp:sp>
    <dsp:sp modelId="{B43B8E73-EB65-4AC4-AB99-98C98F384408}">
      <dsp:nvSpPr>
        <dsp:cNvPr id="0" name=""/>
        <dsp:cNvSpPr/>
      </dsp:nvSpPr>
      <dsp:spPr>
        <a:xfrm rot="5400000">
          <a:off x="3743480" y="-1207384"/>
          <a:ext cx="707839" cy="6670222"/>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If any parameter exceeds its threshold:</a:t>
          </a:r>
          <a:endParaRPr lang="en-US" sz="1400" kern="1200" dirty="0"/>
        </a:p>
        <a:p>
          <a:pPr marL="114300" lvl="1" indent="-114300" algn="l" defTabSz="622300">
            <a:lnSpc>
              <a:spcPct val="90000"/>
            </a:lnSpc>
            <a:spcBef>
              <a:spcPct val="0"/>
            </a:spcBef>
            <a:spcAft>
              <a:spcPct val="15000"/>
            </a:spcAft>
            <a:buChar char="••"/>
          </a:pPr>
          <a:r>
            <a:rPr lang="en-US" sz="1400" kern="1200" dirty="0" smtClean="0"/>
            <a:t>       BUZZER activates</a:t>
          </a:r>
          <a:endParaRPr lang="en-US" sz="1400" kern="1200" dirty="0"/>
        </a:p>
        <a:p>
          <a:pPr marL="114300" lvl="1" indent="-114300" algn="l" defTabSz="622300">
            <a:lnSpc>
              <a:spcPct val="90000"/>
            </a:lnSpc>
            <a:spcBef>
              <a:spcPct val="0"/>
            </a:spcBef>
            <a:spcAft>
              <a:spcPct val="15000"/>
            </a:spcAft>
            <a:buChar char="••"/>
          </a:pPr>
          <a:r>
            <a:rPr lang="en-US" sz="1400" kern="1200" dirty="0" smtClean="0"/>
            <a:t>        Alert notification</a:t>
          </a:r>
          <a:endParaRPr lang="en-US" sz="1400" kern="1200" dirty="0"/>
        </a:p>
      </dsp:txBody>
      <dsp:txXfrm rot="-5400000">
        <a:off x="762289" y="1808361"/>
        <a:ext cx="6635668" cy="63873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982A25-F622-4015-BCCB-76F2CA41331F}">
      <dsp:nvSpPr>
        <dsp:cNvPr id="0" name=""/>
        <dsp:cNvSpPr/>
      </dsp:nvSpPr>
      <dsp:spPr>
        <a:xfrm rot="16200000">
          <a:off x="252167" y="-252167"/>
          <a:ext cx="2832754" cy="3337088"/>
        </a:xfrm>
        <a:prstGeom prst="round1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kern="1200" dirty="0" smtClean="0">
              <a:latin typeface="Arial Black" panose="020B0A04020102020204" pitchFamily="34" charset="0"/>
            </a:rPr>
            <a:t>Centralized Monitoring</a:t>
          </a:r>
          <a:r>
            <a:rPr lang="en-US" sz="2100" kern="1200" dirty="0" smtClean="0"/>
            <a:t>: Real-time visibility into all warehouse zones from a single interface.</a:t>
          </a:r>
          <a:endParaRPr lang="en-US" sz="2100" kern="1200" dirty="0"/>
        </a:p>
      </dsp:txBody>
      <dsp:txXfrm rot="5400000">
        <a:off x="0" y="0"/>
        <a:ext cx="3337088" cy="2124565"/>
      </dsp:txXfrm>
    </dsp:sp>
    <dsp:sp modelId="{43B77501-38ED-49BA-92F8-17F2027913E7}">
      <dsp:nvSpPr>
        <dsp:cNvPr id="0" name=""/>
        <dsp:cNvSpPr/>
      </dsp:nvSpPr>
      <dsp:spPr>
        <a:xfrm>
          <a:off x="3337088" y="0"/>
          <a:ext cx="3337088" cy="2832754"/>
        </a:xfrm>
        <a:prstGeom prst="round1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kern="1200" dirty="0" smtClean="0">
              <a:latin typeface="Arial Black" panose="020B0A04020102020204" pitchFamily="34" charset="0"/>
            </a:rPr>
            <a:t>Intelligent Status Logic</a:t>
          </a:r>
          <a:r>
            <a:rPr lang="en-US" sz="2100" kern="1200" dirty="0" smtClean="0"/>
            <a:t>: Uses a 3-tier LED visual system to represent environmental health:</a:t>
          </a:r>
          <a:endParaRPr lang="en-US" sz="2100" kern="1200" dirty="0"/>
        </a:p>
      </dsp:txBody>
      <dsp:txXfrm>
        <a:off x="3337088" y="0"/>
        <a:ext cx="3337088" cy="2124565"/>
      </dsp:txXfrm>
    </dsp:sp>
    <dsp:sp modelId="{16F2DE3E-BACB-402D-81FF-14210F184178}">
      <dsp:nvSpPr>
        <dsp:cNvPr id="0" name=""/>
        <dsp:cNvSpPr/>
      </dsp:nvSpPr>
      <dsp:spPr>
        <a:xfrm rot="10800000">
          <a:off x="0" y="2832754"/>
          <a:ext cx="3337088" cy="2832754"/>
        </a:xfrm>
        <a:prstGeom prst="round1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kern="1200" dirty="0" smtClean="0">
              <a:latin typeface="Arial Black" panose="020B0A04020102020204" pitchFamily="34" charset="0"/>
            </a:rPr>
            <a:t>Data Analytics</a:t>
          </a:r>
          <a:r>
            <a:rPr lang="en-US" sz="2100" kern="1200" dirty="0" smtClean="0"/>
            <a:t>: Integrated graphs for historical temperature/humidity tracking.</a:t>
          </a:r>
          <a:endParaRPr lang="en-US" sz="2100" kern="1200" dirty="0"/>
        </a:p>
      </dsp:txBody>
      <dsp:txXfrm rot="10800000">
        <a:off x="0" y="3540942"/>
        <a:ext cx="3337088" cy="2124565"/>
      </dsp:txXfrm>
    </dsp:sp>
    <dsp:sp modelId="{23C18F83-5760-469A-B796-F8DB5B289A3F}">
      <dsp:nvSpPr>
        <dsp:cNvPr id="0" name=""/>
        <dsp:cNvSpPr/>
      </dsp:nvSpPr>
      <dsp:spPr>
        <a:xfrm rot="5400000">
          <a:off x="3589255" y="2580586"/>
          <a:ext cx="2832754" cy="3337088"/>
        </a:xfrm>
        <a:prstGeom prst="round1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kern="1200" dirty="0" smtClean="0">
              <a:latin typeface="Arial Black" panose="020B0A04020102020204" pitchFamily="34" charset="0"/>
            </a:rPr>
            <a:t>Instant Alerts: </a:t>
          </a:r>
          <a:r>
            <a:rPr lang="en-US" sz="2100" kern="1200" dirty="0" smtClean="0"/>
            <a:t>Automated notification system for rapid response to critical safety risks.</a:t>
          </a:r>
          <a:endParaRPr lang="en-US" sz="2100" kern="1200" dirty="0"/>
        </a:p>
      </dsp:txBody>
      <dsp:txXfrm rot="-5400000">
        <a:off x="3337089" y="3540941"/>
        <a:ext cx="3337088" cy="2124565"/>
      </dsp:txXfrm>
    </dsp:sp>
    <dsp:sp modelId="{08E1FC40-EADA-4560-A44E-85FF559837D7}">
      <dsp:nvSpPr>
        <dsp:cNvPr id="0" name=""/>
        <dsp:cNvSpPr/>
      </dsp:nvSpPr>
      <dsp:spPr>
        <a:xfrm>
          <a:off x="2335961" y="2124565"/>
          <a:ext cx="2002253" cy="1416377"/>
        </a:xfrm>
        <a:prstGeom prst="roundRect">
          <a:avLst/>
        </a:prstGeom>
        <a:solidFill>
          <a:schemeClr val="accent1">
            <a:tint val="6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latin typeface="Arial Rounded MT Bold" panose="020F0704030504030204" pitchFamily="34" charset="0"/>
            </a:rPr>
            <a:t>Digital Dashboard</a:t>
          </a:r>
          <a:endParaRPr lang="en-US" sz="2400" kern="1200" dirty="0">
            <a:latin typeface="Arial Rounded MT Bold" panose="020F0704030504030204" pitchFamily="34" charset="0"/>
          </a:endParaRPr>
        </a:p>
      </dsp:txBody>
      <dsp:txXfrm>
        <a:off x="2405103" y="2193707"/>
        <a:ext cx="1863969" cy="127809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0CC2B4-FFE9-4B55-9D54-F496F7A6AE0C}">
      <dsp:nvSpPr>
        <dsp:cNvPr id="0" name=""/>
        <dsp:cNvSpPr/>
      </dsp:nvSpPr>
      <dsp:spPr>
        <a:xfrm>
          <a:off x="3274885" y="586"/>
          <a:ext cx="1589750" cy="1033337"/>
        </a:xfrm>
        <a:prstGeom prst="roundRect">
          <a:avLst/>
        </a:prstGeom>
        <a:solidFill>
          <a:schemeClr val="accen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latin typeface="Arial Black" panose="020B0A04020102020204" pitchFamily="34" charset="0"/>
            </a:rPr>
            <a:t>Waste Reduction</a:t>
          </a:r>
          <a:endParaRPr lang="en-US" sz="1500" kern="1200" dirty="0">
            <a:latin typeface="Arial Black" panose="020B0A04020102020204" pitchFamily="34" charset="0"/>
          </a:endParaRPr>
        </a:p>
      </dsp:txBody>
      <dsp:txXfrm>
        <a:off x="3325328" y="51029"/>
        <a:ext cx="1488864" cy="932451"/>
      </dsp:txXfrm>
    </dsp:sp>
    <dsp:sp modelId="{EB74D6B5-5B34-42E9-A525-77640557E79E}">
      <dsp:nvSpPr>
        <dsp:cNvPr id="0" name=""/>
        <dsp:cNvSpPr/>
      </dsp:nvSpPr>
      <dsp:spPr>
        <a:xfrm>
          <a:off x="2006091" y="517255"/>
          <a:ext cx="4127339" cy="4127339"/>
        </a:xfrm>
        <a:custGeom>
          <a:avLst/>
          <a:gdLst/>
          <a:ahLst/>
          <a:cxnLst/>
          <a:rect l="0" t="0" r="0" b="0"/>
          <a:pathLst>
            <a:path>
              <a:moveTo>
                <a:pt x="2869455" y="163816"/>
              </a:moveTo>
              <a:arcTo wR="2063669" hR="2063669" stAng="17578997" swAng="1960504"/>
            </a:path>
          </a:pathLst>
        </a:custGeom>
        <a:noFill/>
        <a:ln w="9525" cap="rnd"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749D4BB4-AF48-44D4-B34B-3BE8643D77CB}">
      <dsp:nvSpPr>
        <dsp:cNvPr id="0" name=""/>
        <dsp:cNvSpPr/>
      </dsp:nvSpPr>
      <dsp:spPr>
        <a:xfrm>
          <a:off x="5237552" y="1426547"/>
          <a:ext cx="1589750" cy="1033337"/>
        </a:xfrm>
        <a:prstGeom prst="roundRect">
          <a:avLst/>
        </a:prstGeom>
        <a:solidFill>
          <a:schemeClr val="accen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latin typeface="Arial Black" panose="020B0A04020102020204" pitchFamily="34" charset="0"/>
            </a:rPr>
            <a:t>Labor Efficiency</a:t>
          </a:r>
          <a:endParaRPr lang="en-US" sz="1500" kern="1200" dirty="0">
            <a:latin typeface="Arial Black" panose="020B0A04020102020204" pitchFamily="34" charset="0"/>
          </a:endParaRPr>
        </a:p>
      </dsp:txBody>
      <dsp:txXfrm>
        <a:off x="5287995" y="1476990"/>
        <a:ext cx="1488864" cy="932451"/>
      </dsp:txXfrm>
    </dsp:sp>
    <dsp:sp modelId="{54CE58C1-D0D6-42C8-8B0E-04531A120C55}">
      <dsp:nvSpPr>
        <dsp:cNvPr id="0" name=""/>
        <dsp:cNvSpPr/>
      </dsp:nvSpPr>
      <dsp:spPr>
        <a:xfrm>
          <a:off x="2006091" y="517255"/>
          <a:ext cx="4127339" cy="4127339"/>
        </a:xfrm>
        <a:custGeom>
          <a:avLst/>
          <a:gdLst/>
          <a:ahLst/>
          <a:cxnLst/>
          <a:rect l="0" t="0" r="0" b="0"/>
          <a:pathLst>
            <a:path>
              <a:moveTo>
                <a:pt x="4124519" y="1955816"/>
              </a:moveTo>
              <a:arcTo wR="2063669" hR="2063669" stAng="21420252" swAng="2195508"/>
            </a:path>
          </a:pathLst>
        </a:custGeom>
        <a:noFill/>
        <a:ln w="9525" cap="rnd"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3EA0FC83-763C-4F84-ADA5-9DB8A92209E0}">
      <dsp:nvSpPr>
        <dsp:cNvPr id="0" name=""/>
        <dsp:cNvSpPr/>
      </dsp:nvSpPr>
      <dsp:spPr>
        <a:xfrm>
          <a:off x="4487880" y="3733799"/>
          <a:ext cx="1589750" cy="1033337"/>
        </a:xfrm>
        <a:prstGeom prst="roundRect">
          <a:avLst/>
        </a:prstGeom>
        <a:solidFill>
          <a:schemeClr val="accen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latin typeface="Arial Black" panose="020B0A04020102020204" pitchFamily="34" charset="0"/>
            </a:rPr>
            <a:t>Lower insurance cost</a:t>
          </a:r>
          <a:endParaRPr lang="en-US" sz="1500" kern="1200" dirty="0">
            <a:latin typeface="Arial Black" panose="020B0A04020102020204" pitchFamily="34" charset="0"/>
          </a:endParaRPr>
        </a:p>
      </dsp:txBody>
      <dsp:txXfrm>
        <a:off x="4538323" y="3784242"/>
        <a:ext cx="1488864" cy="932451"/>
      </dsp:txXfrm>
    </dsp:sp>
    <dsp:sp modelId="{4B570B68-F5E3-44A5-9C47-8D718E0270DA}">
      <dsp:nvSpPr>
        <dsp:cNvPr id="0" name=""/>
        <dsp:cNvSpPr/>
      </dsp:nvSpPr>
      <dsp:spPr>
        <a:xfrm>
          <a:off x="2006091" y="517255"/>
          <a:ext cx="4127339" cy="4127339"/>
        </a:xfrm>
        <a:custGeom>
          <a:avLst/>
          <a:gdLst/>
          <a:ahLst/>
          <a:cxnLst/>
          <a:rect l="0" t="0" r="0" b="0"/>
          <a:pathLst>
            <a:path>
              <a:moveTo>
                <a:pt x="2473596" y="4086215"/>
              </a:moveTo>
              <a:arcTo wR="2063669" hR="2063669" stAng="4712554" swAng="1374892"/>
            </a:path>
          </a:pathLst>
        </a:custGeom>
        <a:noFill/>
        <a:ln w="9525" cap="rnd"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94402AF4-5545-4331-A965-C740EC1F68B9}">
      <dsp:nvSpPr>
        <dsp:cNvPr id="0" name=""/>
        <dsp:cNvSpPr/>
      </dsp:nvSpPr>
      <dsp:spPr>
        <a:xfrm>
          <a:off x="2061891" y="3733799"/>
          <a:ext cx="1589750" cy="1033337"/>
        </a:xfrm>
        <a:prstGeom prst="roundRect">
          <a:avLst/>
        </a:prstGeom>
        <a:solidFill>
          <a:schemeClr val="accen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latin typeface="Arial Black" panose="020B0A04020102020204" pitchFamily="34" charset="0"/>
            </a:rPr>
            <a:t>Faster audits</a:t>
          </a:r>
          <a:endParaRPr lang="en-US" sz="1500" kern="1200" dirty="0">
            <a:latin typeface="Arial Black" panose="020B0A04020102020204" pitchFamily="34" charset="0"/>
          </a:endParaRPr>
        </a:p>
      </dsp:txBody>
      <dsp:txXfrm>
        <a:off x="2112334" y="3784242"/>
        <a:ext cx="1488864" cy="932451"/>
      </dsp:txXfrm>
    </dsp:sp>
    <dsp:sp modelId="{F3F53BD6-4935-43D7-8065-71D1969BB743}">
      <dsp:nvSpPr>
        <dsp:cNvPr id="0" name=""/>
        <dsp:cNvSpPr/>
      </dsp:nvSpPr>
      <dsp:spPr>
        <a:xfrm>
          <a:off x="2006091" y="517255"/>
          <a:ext cx="4127339" cy="4127339"/>
        </a:xfrm>
        <a:custGeom>
          <a:avLst/>
          <a:gdLst/>
          <a:ahLst/>
          <a:cxnLst/>
          <a:rect l="0" t="0" r="0" b="0"/>
          <a:pathLst>
            <a:path>
              <a:moveTo>
                <a:pt x="344715" y="3205567"/>
              </a:moveTo>
              <a:arcTo wR="2063669" hR="2063669" stAng="8784240" swAng="2195508"/>
            </a:path>
          </a:pathLst>
        </a:custGeom>
        <a:noFill/>
        <a:ln w="9525" cap="rnd"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AEC76017-F154-4CB2-BA41-B32E468D4FDA}">
      <dsp:nvSpPr>
        <dsp:cNvPr id="0" name=""/>
        <dsp:cNvSpPr/>
      </dsp:nvSpPr>
      <dsp:spPr>
        <a:xfrm>
          <a:off x="1312219" y="1426547"/>
          <a:ext cx="1589750" cy="1033337"/>
        </a:xfrm>
        <a:prstGeom prst="roundRect">
          <a:avLst/>
        </a:prstGeom>
        <a:solidFill>
          <a:schemeClr val="accen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latin typeface="Arial Black" panose="020B0A04020102020204" pitchFamily="34" charset="0"/>
            </a:rPr>
            <a:t>Energy Optimization</a:t>
          </a:r>
          <a:endParaRPr lang="en-US" sz="1500" kern="1200" dirty="0">
            <a:latin typeface="Arial Black" panose="020B0A04020102020204" pitchFamily="34" charset="0"/>
          </a:endParaRPr>
        </a:p>
      </dsp:txBody>
      <dsp:txXfrm>
        <a:off x="1362662" y="1476990"/>
        <a:ext cx="1488864" cy="932451"/>
      </dsp:txXfrm>
    </dsp:sp>
    <dsp:sp modelId="{8B577C85-C518-4E6B-9436-60620EDB4899}">
      <dsp:nvSpPr>
        <dsp:cNvPr id="0" name=""/>
        <dsp:cNvSpPr/>
      </dsp:nvSpPr>
      <dsp:spPr>
        <a:xfrm>
          <a:off x="2006091" y="517255"/>
          <a:ext cx="4127339" cy="4127339"/>
        </a:xfrm>
        <a:custGeom>
          <a:avLst/>
          <a:gdLst/>
          <a:ahLst/>
          <a:cxnLst/>
          <a:rect l="0" t="0" r="0" b="0"/>
          <a:pathLst>
            <a:path>
              <a:moveTo>
                <a:pt x="359721" y="899499"/>
              </a:moveTo>
              <a:arcTo wR="2063669" hR="2063669" stAng="12860499" swAng="1960504"/>
            </a:path>
          </a:pathLst>
        </a:custGeom>
        <a:noFill/>
        <a:ln w="9525" cap="rnd"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9.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5930B78-39CE-467E-ADD3-38E0DE7A38D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3618558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5930B78-39CE-467E-ADD3-38E0DE7A38D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4036999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5930B78-39CE-467E-ADD3-38E0DE7A38D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1206372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5930B78-39CE-467E-ADD3-38E0DE7A38D9}"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3424652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5930B78-39CE-467E-ADD3-38E0DE7A38D9}" type="datetimeFigureOut">
              <a:rPr lang="en-IN" smtClean="0"/>
              <a:t>15-07-2026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4116901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5930B78-39CE-467E-ADD3-38E0DE7A38D9}" type="datetimeFigureOut">
              <a:rPr lang="en-IN" smtClean="0"/>
              <a:t>15-07-2026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2527494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930B78-39CE-467E-ADD3-38E0DE7A38D9}" type="datetimeFigureOut">
              <a:rPr lang="en-IN" smtClean="0"/>
              <a:t>15-07-2026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1205596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5930B78-39CE-467E-ADD3-38E0DE7A38D9}"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437884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5930B78-39CE-467E-ADD3-38E0DE7A38D9}"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933266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5930B78-39CE-467E-ADD3-38E0DE7A38D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2678604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5930B78-39CE-467E-ADD3-38E0DE7A38D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915D76-9088-493B-8295-D9E0014CB843}"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41463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5930B78-39CE-467E-ADD3-38E0DE7A38D9}"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8926995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5930B78-39CE-467E-ADD3-38E0DE7A38D9}"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915D76-9088-493B-8295-D9E0014CB843}"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97202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5930B78-39CE-467E-ADD3-38E0DE7A38D9}"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2993224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5930B78-39CE-467E-ADD3-38E0DE7A38D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16448509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5930B78-39CE-467E-ADD3-38E0DE7A38D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915D76-9088-493B-8295-D9E0014CB843}" type="slidenum">
              <a:rPr lang="en-IN" smtClean="0"/>
              <a:t>‹#›</a:t>
            </a:fld>
            <a:endParaRPr lang="en-IN"/>
          </a:p>
        </p:txBody>
      </p:sp>
    </p:spTree>
    <p:extLst>
      <p:ext uri="{BB962C8B-B14F-4D97-AF65-F5344CB8AC3E}">
        <p14:creationId xmlns:p14="http://schemas.microsoft.com/office/powerpoint/2010/main" val="3848476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5930B78-39CE-467E-ADD3-38E0DE7A38D9}" type="datetimeFigureOut">
              <a:rPr lang="en-IN" smtClean="0"/>
              <a:t>15-07-2026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915D76-9088-493B-8295-D9E0014CB843}" type="slidenum">
              <a:rPr lang="en-IN" smtClean="0"/>
              <a:t>‹#›</a:t>
            </a:fld>
            <a:endParaRPr lang="en-IN"/>
          </a:p>
        </p:txBody>
      </p:sp>
    </p:spTree>
    <p:extLst>
      <p:ext uri="{BB962C8B-B14F-4D97-AF65-F5344CB8AC3E}">
        <p14:creationId xmlns:p14="http://schemas.microsoft.com/office/powerpoint/2010/main" val="32888817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6.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6.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www.loom.com/share/eef106b6f0a1437fbeaee7eebba432a6"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47811" y="959178"/>
            <a:ext cx="8915399" cy="2262781"/>
          </a:xfrm>
        </p:spPr>
        <p:txBody>
          <a:bodyPr>
            <a:normAutofit/>
          </a:bodyPr>
          <a:lstStyle/>
          <a:p>
            <a:r>
              <a:rPr lang="en-US" dirty="0" err="1" smtClean="0">
                <a:latin typeface="Arial Rounded MT Bold" panose="020F0704030504030204" pitchFamily="34" charset="0"/>
              </a:rPr>
              <a:t>FreshGuard</a:t>
            </a:r>
            <a:r>
              <a:rPr lang="en-US" dirty="0" smtClean="0">
                <a:latin typeface="Arial Rounded MT Bold" panose="020F0704030504030204" pitchFamily="34" charset="0"/>
              </a:rPr>
              <a:t> IOT :Smart Food </a:t>
            </a:r>
            <a:r>
              <a:rPr lang="en-US" dirty="0">
                <a:latin typeface="Arial Rounded MT Bold" panose="020F0704030504030204" pitchFamily="34" charset="0"/>
              </a:rPr>
              <a:t>S</a:t>
            </a:r>
            <a:r>
              <a:rPr lang="en-US" dirty="0" smtClean="0">
                <a:latin typeface="Arial Rounded MT Bold" panose="020F0704030504030204" pitchFamily="34" charset="0"/>
              </a:rPr>
              <a:t>torage </a:t>
            </a:r>
            <a:r>
              <a:rPr lang="en-US" dirty="0">
                <a:latin typeface="Arial Rounded MT Bold" panose="020F0704030504030204" pitchFamily="34" charset="0"/>
              </a:rPr>
              <a:t>M</a:t>
            </a:r>
            <a:r>
              <a:rPr lang="en-US" dirty="0" smtClean="0">
                <a:latin typeface="Arial Rounded MT Bold" panose="020F0704030504030204" pitchFamily="34" charset="0"/>
              </a:rPr>
              <a:t>onitoring</a:t>
            </a:r>
            <a:endParaRPr lang="en-IN" dirty="0">
              <a:latin typeface="Arial Rounded MT Bold" panose="020F0704030504030204" pitchFamily="34" charset="0"/>
            </a:endParaRPr>
          </a:p>
        </p:txBody>
      </p:sp>
      <p:sp>
        <p:nvSpPr>
          <p:cNvPr id="3" name="Subtitle 2"/>
          <p:cNvSpPr>
            <a:spLocks noGrp="1"/>
          </p:cNvSpPr>
          <p:nvPr>
            <p:ph type="subTitle" idx="1"/>
          </p:nvPr>
        </p:nvSpPr>
        <p:spPr>
          <a:xfrm>
            <a:off x="2447811" y="4070369"/>
            <a:ext cx="8915399" cy="1126283"/>
          </a:xfrm>
        </p:spPr>
        <p:txBody>
          <a:bodyPr>
            <a:normAutofit fontScale="85000" lnSpcReduction="20000"/>
          </a:bodyPr>
          <a:lstStyle/>
          <a:p>
            <a:endParaRPr lang="en-IN" dirty="0" smtClean="0"/>
          </a:p>
          <a:p>
            <a:r>
              <a:rPr lang="en-US" sz="3200" dirty="0" smtClean="0">
                <a:latin typeface="Arial" panose="020B0604020202020204" pitchFamily="34" charset="0"/>
                <a:cs typeface="Arial" panose="020B0604020202020204" pitchFamily="34" charset="0"/>
              </a:rPr>
              <a:t>Protecting Inventory Freshness Through Real-Time Environmental Intelligence</a:t>
            </a:r>
            <a:endParaRPr lang="en-IN"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79667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08067" y="377072"/>
            <a:ext cx="6865872" cy="1055802"/>
          </a:xfrm>
        </p:spPr>
        <p:txBody>
          <a:bodyPr>
            <a:normAutofit/>
          </a:bodyPr>
          <a:lstStyle/>
          <a:p>
            <a:r>
              <a:rPr lang="en-US" dirty="0" smtClean="0">
                <a:latin typeface="Arial Rounded MT Bold" panose="020F0704030504030204" pitchFamily="34" charset="0"/>
              </a:rPr>
              <a:t>Executive Summary</a:t>
            </a:r>
            <a:endParaRPr lang="en-IN" dirty="0">
              <a:latin typeface="Arial Rounded MT Bold" panose="020F0704030504030204" pitchFamily="34" charset="0"/>
            </a:endParaRPr>
          </a:p>
        </p:txBody>
      </p:sp>
      <p:sp>
        <p:nvSpPr>
          <p:cNvPr id="3" name="Subtitle 2"/>
          <p:cNvSpPr>
            <a:spLocks noGrp="1"/>
          </p:cNvSpPr>
          <p:nvPr>
            <p:ph type="subTitle" idx="1"/>
          </p:nvPr>
        </p:nvSpPr>
        <p:spPr>
          <a:xfrm>
            <a:off x="2300140" y="1527143"/>
            <a:ext cx="8997083" cy="4949072"/>
          </a:xfrm>
        </p:spPr>
        <p:txBody>
          <a:bodyPr>
            <a:normAutofit lnSpcReduction="10000"/>
          </a:bodyPr>
          <a:lstStyle/>
          <a:p>
            <a:r>
              <a:rPr lang="en-US" sz="2400" dirty="0">
                <a:latin typeface="Arial Rounded MT Bold" panose="020F0704030504030204" pitchFamily="34" charset="0"/>
              </a:rPr>
              <a:t>The Vision</a:t>
            </a:r>
            <a:r>
              <a:rPr lang="en-US" sz="2400" dirty="0"/>
              <a:t>: To transform traditional food warehouse monitoring into a proactive, data-driven system that ensures maximum product safety and minimal waste</a:t>
            </a:r>
            <a:r>
              <a:rPr lang="en-US" sz="2400" dirty="0" smtClean="0"/>
              <a:t>.</a:t>
            </a:r>
          </a:p>
          <a:p>
            <a:endParaRPr lang="en-US" sz="2400" dirty="0"/>
          </a:p>
          <a:p>
            <a:r>
              <a:rPr lang="en-US" sz="2400" dirty="0">
                <a:latin typeface="Arial Rounded MT Bold" panose="020F0704030504030204" pitchFamily="34" charset="0"/>
              </a:rPr>
              <a:t>The problem</a:t>
            </a:r>
            <a:r>
              <a:rPr lang="en-US" sz="2400" dirty="0"/>
              <a:t>: </a:t>
            </a:r>
            <a:r>
              <a:rPr lang="en-US" sz="2400" dirty="0" smtClean="0"/>
              <a:t>Food </a:t>
            </a:r>
            <a:r>
              <a:rPr lang="en-US" sz="2400" dirty="0"/>
              <a:t>can spoil very easily if the temperature or humidity changes. Since people aren't always there to check on it, mistakes happen, which leads to wasted food and problems with safety rules</a:t>
            </a:r>
            <a:r>
              <a:rPr lang="en-US" sz="2400" dirty="0" smtClean="0"/>
              <a:t>.</a:t>
            </a:r>
          </a:p>
          <a:p>
            <a:endParaRPr lang="en-US" sz="2400" dirty="0"/>
          </a:p>
          <a:p>
            <a:r>
              <a:rPr lang="en-US" dirty="0"/>
              <a:t>​</a:t>
            </a:r>
            <a:r>
              <a:rPr lang="en-US" sz="2400" dirty="0">
                <a:latin typeface="Arial Rounded MT Bold" panose="020F0704030504030204" pitchFamily="34" charset="0"/>
              </a:rPr>
              <a:t>Our Solution</a:t>
            </a:r>
            <a:r>
              <a:rPr lang="en-US" sz="2400" dirty="0"/>
              <a:t>: A robust </a:t>
            </a:r>
            <a:r>
              <a:rPr lang="en-US" sz="2400" dirty="0" err="1"/>
              <a:t>IoT</a:t>
            </a:r>
            <a:r>
              <a:rPr lang="en-US" sz="2400" dirty="0"/>
              <a:t> Environmental Data Logger that provides 24/7 real-time visibility into temperature, humidity, and critical storage conditions.</a:t>
            </a:r>
            <a:endParaRPr lang="en-US" sz="2400" dirty="0" smtClean="0"/>
          </a:p>
          <a:p>
            <a:endParaRPr lang="en-US" sz="2400" dirty="0"/>
          </a:p>
          <a:p>
            <a:endParaRPr lang="en-IN" dirty="0"/>
          </a:p>
        </p:txBody>
      </p:sp>
      <p:sp>
        <p:nvSpPr>
          <p:cNvPr id="5" name="Bent Arrow 4"/>
          <p:cNvSpPr/>
          <p:nvPr/>
        </p:nvSpPr>
        <p:spPr>
          <a:xfrm>
            <a:off x="961534" y="329938"/>
            <a:ext cx="1420290" cy="148943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9918141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3897" y="150829"/>
            <a:ext cx="9954705" cy="1687397"/>
          </a:xfrm>
        </p:spPr>
        <p:txBody>
          <a:bodyPr>
            <a:noAutofit/>
          </a:bodyPr>
          <a:lstStyle/>
          <a:p>
            <a:r>
              <a:rPr lang="en-US" sz="4400" dirty="0">
                <a:latin typeface="Arial Rounded MT Bold" panose="020F0704030504030204" pitchFamily="34" charset="0"/>
              </a:rPr>
              <a:t>The Challenge </a:t>
            </a:r>
            <a:r>
              <a:rPr lang="en-US" sz="4400" dirty="0" smtClean="0">
                <a:latin typeface="Arial Rounded MT Bold" panose="020F0704030504030204" pitchFamily="34" charset="0"/>
              </a:rPr>
              <a:t>(The risks to food quality)</a:t>
            </a:r>
            <a:endParaRPr lang="en-IN" sz="4400" dirty="0">
              <a:latin typeface="Arial Rounded MT Bold" panose="020F0704030504030204" pitchFamily="34" charset="0"/>
            </a:endParaRPr>
          </a:p>
        </p:txBody>
      </p:sp>
      <p:sp>
        <p:nvSpPr>
          <p:cNvPr id="3" name="Subtitle 2"/>
          <p:cNvSpPr>
            <a:spLocks noGrp="1"/>
          </p:cNvSpPr>
          <p:nvPr>
            <p:ph type="subTitle" idx="1"/>
          </p:nvPr>
        </p:nvSpPr>
        <p:spPr>
          <a:xfrm flipH="1">
            <a:off x="76830" y="4374037"/>
            <a:ext cx="45719" cy="45719"/>
          </a:xfrm>
        </p:spPr>
        <p:txBody>
          <a:bodyPr>
            <a:normAutofit fontScale="25000" lnSpcReduction="20000"/>
          </a:bodyPr>
          <a:lstStyle/>
          <a:p>
            <a:endParaRPr lang="en-IN" dirty="0"/>
          </a:p>
        </p:txBody>
      </p:sp>
      <p:graphicFrame>
        <p:nvGraphicFramePr>
          <p:cNvPr id="4" name="Diagram 3"/>
          <p:cNvGraphicFramePr/>
          <p:nvPr>
            <p:extLst>
              <p:ext uri="{D42A27DB-BD31-4B8C-83A1-F6EECF244321}">
                <p14:modId xmlns:p14="http://schemas.microsoft.com/office/powerpoint/2010/main" val="2375636398"/>
              </p:ext>
            </p:extLst>
          </p:nvPr>
        </p:nvGraphicFramePr>
        <p:xfrm>
          <a:off x="2918120" y="1838226"/>
          <a:ext cx="8128000" cy="47416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89330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Rounded MT Bold" panose="020F0704030504030204" pitchFamily="34" charset="0"/>
              </a:rPr>
              <a:t> </a:t>
            </a:r>
            <a:r>
              <a:rPr lang="en-US" dirty="0">
                <a:latin typeface="Arial Rounded MT Bold" panose="020F0704030504030204" pitchFamily="34" charset="0"/>
              </a:rPr>
              <a:t>Our Solution (Introduction to the Data Logger)</a:t>
            </a:r>
            <a:endParaRPr lang="en-IN" dirty="0">
              <a:latin typeface="Arial Rounded MT Bold" panose="020F0704030504030204" pitchFamily="34" charset="0"/>
            </a:endParaRPr>
          </a:p>
        </p:txBody>
      </p:sp>
      <p:graphicFrame>
        <p:nvGraphicFramePr>
          <p:cNvPr id="4" name="Diagram 3"/>
          <p:cNvGraphicFramePr/>
          <p:nvPr>
            <p:extLst>
              <p:ext uri="{D42A27DB-BD31-4B8C-83A1-F6EECF244321}">
                <p14:modId xmlns:p14="http://schemas.microsoft.com/office/powerpoint/2010/main" val="2011943410"/>
              </p:ext>
            </p:extLst>
          </p:nvPr>
        </p:nvGraphicFramePr>
        <p:xfrm>
          <a:off x="1475820" y="1905001"/>
          <a:ext cx="10477368" cy="46089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01203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Rounded MT Bold" panose="020F0704030504030204" pitchFamily="34" charset="0"/>
              </a:rPr>
              <a:t>Key features:</a:t>
            </a:r>
            <a:endParaRPr lang="en-IN" dirty="0">
              <a:latin typeface="Arial Rounded MT Bold" panose="020F0704030504030204" pitchFamily="34" charset="0"/>
            </a:endParaRPr>
          </a:p>
        </p:txBody>
      </p:sp>
      <p:graphicFrame>
        <p:nvGraphicFramePr>
          <p:cNvPr id="3" name="Diagram 2"/>
          <p:cNvGraphicFramePr/>
          <p:nvPr>
            <p:extLst>
              <p:ext uri="{D42A27DB-BD31-4B8C-83A1-F6EECF244321}">
                <p14:modId xmlns:p14="http://schemas.microsoft.com/office/powerpoint/2010/main" val="1419246720"/>
              </p:ext>
            </p:extLst>
          </p:nvPr>
        </p:nvGraphicFramePr>
        <p:xfrm>
          <a:off x="2234152" y="1404594"/>
          <a:ext cx="7993930" cy="50056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25708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4" y="226243"/>
            <a:ext cx="8911687" cy="1018095"/>
          </a:xfrm>
        </p:spPr>
        <p:txBody>
          <a:bodyPr>
            <a:normAutofit/>
          </a:bodyPr>
          <a:lstStyle/>
          <a:p>
            <a:r>
              <a:rPr lang="en-US" sz="4000" dirty="0" smtClean="0">
                <a:latin typeface="Arial Rounded MT Bold" panose="020F0704030504030204" pitchFamily="34" charset="0"/>
              </a:rPr>
              <a:t>Hardware &amp; Technology stack</a:t>
            </a:r>
            <a:endParaRPr lang="en-IN" sz="4000" dirty="0">
              <a:latin typeface="Arial Rounded MT Bold" panose="020F0704030504030204" pitchFamily="34" charset="0"/>
            </a:endParaRPr>
          </a:p>
        </p:txBody>
      </p:sp>
      <p:graphicFrame>
        <p:nvGraphicFramePr>
          <p:cNvPr id="3" name="Diagram 2"/>
          <p:cNvGraphicFramePr/>
          <p:nvPr>
            <p:extLst>
              <p:ext uri="{D42A27DB-BD31-4B8C-83A1-F6EECF244321}">
                <p14:modId xmlns:p14="http://schemas.microsoft.com/office/powerpoint/2010/main" val="1123198041"/>
              </p:ext>
            </p:extLst>
          </p:nvPr>
        </p:nvGraphicFramePr>
        <p:xfrm>
          <a:off x="263952" y="1583704"/>
          <a:ext cx="6985260" cy="5081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p:cNvGraphicFramePr/>
          <p:nvPr>
            <p:extLst>
              <p:ext uri="{D42A27DB-BD31-4B8C-83A1-F6EECF244321}">
                <p14:modId xmlns:p14="http://schemas.microsoft.com/office/powerpoint/2010/main" val="845424479"/>
              </p:ext>
            </p:extLst>
          </p:nvPr>
        </p:nvGraphicFramePr>
        <p:xfrm>
          <a:off x="6972476" y="1442301"/>
          <a:ext cx="2953949" cy="36515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15650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4" y="235670"/>
            <a:ext cx="8911687" cy="1669330"/>
          </a:xfrm>
        </p:spPr>
        <p:txBody>
          <a:bodyPr>
            <a:normAutofit/>
          </a:bodyPr>
          <a:lstStyle/>
          <a:p>
            <a:r>
              <a:rPr lang="en-US" sz="4000" dirty="0" smtClean="0">
                <a:latin typeface="Arial Rounded MT Bold" panose="020F0704030504030204" pitchFamily="34" charset="0"/>
              </a:rPr>
              <a:t>Working principle</a:t>
            </a:r>
            <a:endParaRPr lang="en-IN" sz="4000" dirty="0">
              <a:latin typeface="Arial Rounded MT Bold" panose="020F0704030504030204" pitchFamily="34" charset="0"/>
            </a:endParaRPr>
          </a:p>
        </p:txBody>
      </p:sp>
      <p:graphicFrame>
        <p:nvGraphicFramePr>
          <p:cNvPr id="3" name="Diagram 2"/>
          <p:cNvGraphicFramePr/>
          <p:nvPr>
            <p:extLst>
              <p:ext uri="{D42A27DB-BD31-4B8C-83A1-F6EECF244321}">
                <p14:modId xmlns:p14="http://schemas.microsoft.com/office/powerpoint/2010/main" val="3402061975"/>
              </p:ext>
            </p:extLst>
          </p:nvPr>
        </p:nvGraphicFramePr>
        <p:xfrm>
          <a:off x="1947159" y="1300899"/>
          <a:ext cx="7309964" cy="28280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p:cNvGraphicFramePr/>
          <p:nvPr>
            <p:extLst>
              <p:ext uri="{D42A27DB-BD31-4B8C-83A1-F6EECF244321}">
                <p14:modId xmlns:p14="http://schemas.microsoft.com/office/powerpoint/2010/main" val="2128907753"/>
              </p:ext>
            </p:extLst>
          </p:nvPr>
        </p:nvGraphicFramePr>
        <p:xfrm>
          <a:off x="1947159" y="3912124"/>
          <a:ext cx="7432511" cy="28657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2314833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8330" y="443059"/>
            <a:ext cx="3186259" cy="5695273"/>
          </a:xfrm>
        </p:spPr>
        <p:txBody>
          <a:bodyPr>
            <a:normAutofit/>
          </a:bodyPr>
          <a:lstStyle/>
          <a:p>
            <a:r>
              <a:rPr lang="en-US" sz="4000" dirty="0" smtClean="0">
                <a:latin typeface="Arial Rounded MT Bold" panose="020F0704030504030204" pitchFamily="34" charset="0"/>
              </a:rPr>
              <a:t/>
            </a:r>
            <a:br>
              <a:rPr lang="en-US" sz="4000" dirty="0" smtClean="0">
                <a:latin typeface="Arial Rounded MT Bold" panose="020F0704030504030204" pitchFamily="34" charset="0"/>
              </a:rPr>
            </a:br>
            <a:r>
              <a:rPr lang="en-IN" sz="2400" dirty="0" smtClean="0">
                <a:latin typeface="Arial Rounded MT Bold" panose="020F0704030504030204" pitchFamily="34" charset="0"/>
              </a:rPr>
              <a:t>Green(safe):optimal storage conditions.</a:t>
            </a:r>
            <a:br>
              <a:rPr lang="en-IN" sz="2400" dirty="0" smtClean="0">
                <a:latin typeface="Arial Rounded MT Bold" panose="020F0704030504030204" pitchFamily="34" charset="0"/>
              </a:rPr>
            </a:br>
            <a:r>
              <a:rPr lang="en-IN" sz="2400" dirty="0">
                <a:latin typeface="Arial Rounded MT Bold" panose="020F0704030504030204" pitchFamily="34" charset="0"/>
              </a:rPr>
              <a:t/>
            </a:r>
            <a:br>
              <a:rPr lang="en-IN" sz="2400" dirty="0">
                <a:latin typeface="Arial Rounded MT Bold" panose="020F0704030504030204" pitchFamily="34" charset="0"/>
              </a:rPr>
            </a:br>
            <a:r>
              <a:rPr lang="en-IN" sz="2400" dirty="0">
                <a:latin typeface="Arial Rounded MT Bold" panose="020F0704030504030204" pitchFamily="34" charset="0"/>
              </a:rPr>
              <a:t/>
            </a:r>
            <a:br>
              <a:rPr lang="en-IN" sz="2400" dirty="0">
                <a:latin typeface="Arial Rounded MT Bold" panose="020F0704030504030204" pitchFamily="34" charset="0"/>
              </a:rPr>
            </a:br>
            <a:r>
              <a:rPr lang="en-IN" sz="2400" dirty="0" smtClean="0">
                <a:latin typeface="Arial Rounded MT Bold" panose="020F0704030504030204" pitchFamily="34" charset="0"/>
              </a:rPr>
              <a:t>Yellow(warning):</a:t>
            </a:r>
            <a:r>
              <a:rPr lang="en-IN" sz="2400" dirty="0">
                <a:latin typeface="Arial Rounded MT Bold" panose="020F0704030504030204" pitchFamily="34" charset="0"/>
              </a:rPr>
              <a:t/>
            </a:r>
            <a:br>
              <a:rPr lang="en-IN" sz="2400" dirty="0">
                <a:latin typeface="Arial Rounded MT Bold" panose="020F0704030504030204" pitchFamily="34" charset="0"/>
              </a:rPr>
            </a:br>
            <a:r>
              <a:rPr lang="en-IN" sz="2400" dirty="0" smtClean="0">
                <a:latin typeface="Arial Rounded MT Bold" panose="020F0704030504030204" pitchFamily="34" charset="0"/>
              </a:rPr>
              <a:t>preventive action needed.</a:t>
            </a:r>
            <a:br>
              <a:rPr lang="en-IN" sz="2400" dirty="0" smtClean="0">
                <a:latin typeface="Arial Rounded MT Bold" panose="020F0704030504030204" pitchFamily="34" charset="0"/>
              </a:rPr>
            </a:br>
            <a:r>
              <a:rPr lang="en-IN" sz="2400" dirty="0">
                <a:latin typeface="Arial Rounded MT Bold" panose="020F0704030504030204" pitchFamily="34" charset="0"/>
              </a:rPr>
              <a:t/>
            </a:r>
            <a:br>
              <a:rPr lang="en-IN" sz="2400" dirty="0">
                <a:latin typeface="Arial Rounded MT Bold" panose="020F0704030504030204" pitchFamily="34" charset="0"/>
              </a:rPr>
            </a:br>
            <a:r>
              <a:rPr lang="en-IN" sz="2400" dirty="0" smtClean="0">
                <a:latin typeface="Arial Rounded MT Bold" panose="020F0704030504030204" pitchFamily="34" charset="0"/>
              </a:rPr>
              <a:t/>
            </a:r>
            <a:br>
              <a:rPr lang="en-IN" sz="2400" dirty="0" smtClean="0">
                <a:latin typeface="Arial Rounded MT Bold" panose="020F0704030504030204" pitchFamily="34" charset="0"/>
              </a:rPr>
            </a:br>
            <a:r>
              <a:rPr lang="en-IN" sz="2400" dirty="0" smtClean="0">
                <a:latin typeface="Arial Rounded MT Bold" panose="020F0704030504030204" pitchFamily="34" charset="0"/>
              </a:rPr>
              <a:t>Red(danger):critical threshold breach.</a:t>
            </a:r>
            <a:endParaRPr lang="en-IN" sz="2400" dirty="0">
              <a:latin typeface="Arial Rounded MT Bold" panose="020F0704030504030204" pitchFamily="34" charset="0"/>
            </a:endParaRPr>
          </a:p>
        </p:txBody>
      </p:sp>
      <p:graphicFrame>
        <p:nvGraphicFramePr>
          <p:cNvPr id="3" name="Diagram 2"/>
          <p:cNvGraphicFramePr/>
          <p:nvPr>
            <p:extLst>
              <p:ext uri="{D42A27DB-BD31-4B8C-83A1-F6EECF244321}">
                <p14:modId xmlns:p14="http://schemas.microsoft.com/office/powerpoint/2010/main" val="3055500354"/>
              </p:ext>
            </p:extLst>
          </p:nvPr>
        </p:nvGraphicFramePr>
        <p:xfrm>
          <a:off x="1725105" y="546756"/>
          <a:ext cx="6674177" cy="56655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p:cNvSpPr/>
          <p:nvPr/>
        </p:nvSpPr>
        <p:spPr>
          <a:xfrm>
            <a:off x="8993172" y="546756"/>
            <a:ext cx="537327" cy="42420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8993172" y="2139884"/>
            <a:ext cx="537327" cy="38649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9021451" y="3945857"/>
            <a:ext cx="480767" cy="3865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151660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3473" y="395925"/>
            <a:ext cx="5976594" cy="5552388"/>
          </a:xfrm>
          <a:prstGeom prst="rect">
            <a:avLst/>
          </a:prstGeom>
        </p:spPr>
      </p:pic>
      <p:sp>
        <p:nvSpPr>
          <p:cNvPr id="5" name="TextBox 4"/>
          <p:cNvSpPr txBox="1"/>
          <p:nvPr/>
        </p:nvSpPr>
        <p:spPr>
          <a:xfrm>
            <a:off x="1018095" y="1961710"/>
            <a:ext cx="5165889" cy="1107996"/>
          </a:xfrm>
          <a:prstGeom prst="rect">
            <a:avLst/>
          </a:prstGeom>
          <a:noFill/>
        </p:spPr>
        <p:txBody>
          <a:bodyPr wrap="square" rtlCol="0">
            <a:spAutoFit/>
          </a:bodyPr>
          <a:lstStyle/>
          <a:p>
            <a:r>
              <a:rPr lang="en-IN" sz="2400" dirty="0">
                <a:latin typeface="Arial" panose="020B0604020202020204" pitchFamily="34" charset="0"/>
                <a:cs typeface="Arial" panose="020B0604020202020204" pitchFamily="34" charset="0"/>
                <a:sym typeface="Wingdings" panose="05000000000000000000" pitchFamily="2" charset="2"/>
              </a:rPr>
              <a:t> </a:t>
            </a:r>
            <a:r>
              <a:rPr lang="en-IN" sz="2400" dirty="0">
                <a:latin typeface="Arial Black" panose="020B0A04020102020204" pitchFamily="34" charset="0"/>
                <a:cs typeface="Arial" panose="020B0604020202020204" pitchFamily="34" charset="0"/>
                <a:sym typeface="Wingdings" panose="05000000000000000000" pitchFamily="2" charset="2"/>
              </a:rPr>
              <a:t>Tamper proof:  </a:t>
            </a:r>
            <a:r>
              <a:rPr lang="en-IN" sz="2400" dirty="0">
                <a:latin typeface="Arial" panose="020B0604020202020204" pitchFamily="34" charset="0"/>
                <a:cs typeface="Arial" panose="020B0604020202020204" pitchFamily="34" charset="0"/>
                <a:sym typeface="Wingdings" panose="05000000000000000000" pitchFamily="2" charset="2"/>
              </a:rPr>
              <a:t>every sensor reading is timestamped and stored</a:t>
            </a:r>
          </a:p>
          <a:p>
            <a:endParaRPr lang="en-IN" dirty="0"/>
          </a:p>
        </p:txBody>
      </p:sp>
      <p:sp>
        <p:nvSpPr>
          <p:cNvPr id="6" name="TextBox 5"/>
          <p:cNvSpPr txBox="1"/>
          <p:nvPr/>
        </p:nvSpPr>
        <p:spPr>
          <a:xfrm>
            <a:off x="1018095" y="3251336"/>
            <a:ext cx="4986780" cy="2308324"/>
          </a:xfrm>
          <a:prstGeom prst="rect">
            <a:avLst/>
          </a:prstGeom>
          <a:noFill/>
        </p:spPr>
        <p:txBody>
          <a:bodyPr wrap="square" rtlCol="0">
            <a:spAutoFit/>
          </a:bodyPr>
          <a:lstStyle/>
          <a:p>
            <a:r>
              <a:rPr lang="en-US" sz="2400" dirty="0" smtClean="0"/>
              <a:t>​</a:t>
            </a:r>
            <a:r>
              <a:rPr lang="en-US" sz="2400" dirty="0" smtClean="0">
                <a:sym typeface="Wingdings" panose="05000000000000000000" pitchFamily="2" charset="2"/>
              </a:rPr>
              <a:t></a:t>
            </a:r>
            <a:r>
              <a:rPr lang="en-US" sz="2400" dirty="0" smtClean="0">
                <a:latin typeface="Arial Black" panose="020B0A04020102020204" pitchFamily="34" charset="0"/>
              </a:rPr>
              <a:t>Multi-Parameter </a:t>
            </a:r>
            <a:r>
              <a:rPr lang="en-US" sz="2400" dirty="0">
                <a:latin typeface="Arial Black" panose="020B0A04020102020204" pitchFamily="34" charset="0"/>
              </a:rPr>
              <a:t>Tracking</a:t>
            </a:r>
            <a:r>
              <a:rPr lang="en-US" sz="2400" dirty="0"/>
              <a:t>: The system simultaneously monitors key factors including temperature and humidity to ensure optimal storage conditions.</a:t>
            </a:r>
            <a:endParaRPr lang="en-IN" sz="2400" dirty="0"/>
          </a:p>
        </p:txBody>
      </p:sp>
      <p:sp>
        <p:nvSpPr>
          <p:cNvPr id="7" name="TextBox 6"/>
          <p:cNvSpPr txBox="1"/>
          <p:nvPr/>
        </p:nvSpPr>
        <p:spPr>
          <a:xfrm>
            <a:off x="2234153" y="395925"/>
            <a:ext cx="3949831" cy="1077218"/>
          </a:xfrm>
          <a:prstGeom prst="rect">
            <a:avLst/>
          </a:prstGeom>
          <a:noFill/>
        </p:spPr>
        <p:txBody>
          <a:bodyPr wrap="square" rtlCol="0">
            <a:spAutoFit/>
          </a:bodyPr>
          <a:lstStyle/>
          <a:p>
            <a:r>
              <a:rPr lang="en-US" sz="3200" dirty="0" smtClean="0">
                <a:latin typeface="Arial Rounded MT Bold" panose="020F0704030504030204" pitchFamily="34" charset="0"/>
              </a:rPr>
              <a:t>Real –time data Insights </a:t>
            </a:r>
            <a:endParaRPr lang="en-IN" sz="3200" dirty="0">
              <a:latin typeface="Arial Rounded MT Bold" panose="020F0704030504030204" pitchFamily="34" charset="0"/>
            </a:endParaRPr>
          </a:p>
        </p:txBody>
      </p:sp>
    </p:spTree>
    <p:extLst>
      <p:ext uri="{BB962C8B-B14F-4D97-AF65-F5344CB8AC3E}">
        <p14:creationId xmlns:p14="http://schemas.microsoft.com/office/powerpoint/2010/main" val="26377326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5362" y="624110"/>
            <a:ext cx="9671900" cy="742777"/>
          </a:xfrm>
        </p:spPr>
        <p:txBody>
          <a:bodyPr/>
          <a:lstStyle/>
          <a:p>
            <a:r>
              <a:rPr lang="en-US" dirty="0" smtClean="0">
                <a:latin typeface="Arial Rounded MT Bold" panose="020F0704030504030204" pitchFamily="34" charset="0"/>
              </a:rPr>
              <a:t>Operational ROI(Cost saving &amp; Efficiency)</a:t>
            </a:r>
            <a:endParaRPr lang="en-IN" dirty="0">
              <a:latin typeface="Arial Rounded MT Bold" panose="020F0704030504030204" pitchFamily="34" charset="0"/>
            </a:endParaRPr>
          </a:p>
        </p:txBody>
      </p:sp>
      <p:graphicFrame>
        <p:nvGraphicFramePr>
          <p:cNvPr id="3" name="Diagram 2"/>
          <p:cNvGraphicFramePr/>
          <p:nvPr>
            <p:extLst>
              <p:ext uri="{D42A27DB-BD31-4B8C-83A1-F6EECF244321}">
                <p14:modId xmlns:p14="http://schemas.microsoft.com/office/powerpoint/2010/main" val="2725703945"/>
              </p:ext>
            </p:extLst>
          </p:nvPr>
        </p:nvGraphicFramePr>
        <p:xfrm>
          <a:off x="2032000" y="1574276"/>
          <a:ext cx="8139522" cy="48359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72174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785" y="386500"/>
            <a:ext cx="8361576" cy="6070861"/>
          </a:xfrm>
          <a:prstGeom prst="rect">
            <a:avLst/>
          </a:prstGeom>
        </p:spPr>
      </p:pic>
    </p:spTree>
    <p:extLst>
      <p:ext uri="{BB962C8B-B14F-4D97-AF65-F5344CB8AC3E}">
        <p14:creationId xmlns:p14="http://schemas.microsoft.com/office/powerpoint/2010/main" val="1247636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48173" y="1630838"/>
            <a:ext cx="7856439" cy="1385740"/>
          </a:xfrm>
        </p:spPr>
        <p:txBody>
          <a:bodyPr>
            <a:normAutofit/>
          </a:bodyPr>
          <a:lstStyle/>
          <a:p>
            <a:r>
              <a:rPr lang="en-US" sz="4000" dirty="0" smtClean="0">
                <a:latin typeface="Arial Black" panose="020B0A04020102020204" pitchFamily="34" charset="0"/>
              </a:rPr>
              <a:t>Dashboard link</a:t>
            </a:r>
            <a:endParaRPr lang="en-IN" sz="4000" dirty="0">
              <a:latin typeface="Arial Black" panose="020B0A04020102020204" pitchFamily="34" charset="0"/>
            </a:endParaRPr>
          </a:p>
        </p:txBody>
      </p:sp>
      <p:sp>
        <p:nvSpPr>
          <p:cNvPr id="3" name="Subtitle 2"/>
          <p:cNvSpPr>
            <a:spLocks noGrp="1"/>
          </p:cNvSpPr>
          <p:nvPr>
            <p:ph type="subTitle" idx="1"/>
          </p:nvPr>
        </p:nvSpPr>
        <p:spPr>
          <a:xfrm>
            <a:off x="2589213" y="4449452"/>
            <a:ext cx="8915399" cy="848412"/>
          </a:xfrm>
        </p:spPr>
        <p:txBody>
          <a:bodyPr>
            <a:normAutofit/>
          </a:bodyPr>
          <a:lstStyle/>
          <a:p>
            <a:r>
              <a:rPr lang="en-IN" sz="2400" dirty="0">
                <a:latin typeface="Arial Black" panose="020B0A04020102020204" pitchFamily="34" charset="0"/>
                <a:hlinkClick r:id="rId2"/>
              </a:rPr>
              <a:t>https://</a:t>
            </a:r>
            <a:r>
              <a:rPr lang="en-IN" sz="2400" dirty="0" smtClean="0">
                <a:latin typeface="Arial Black" panose="020B0A04020102020204" pitchFamily="34" charset="0"/>
                <a:hlinkClick r:id="rId2"/>
              </a:rPr>
              <a:t>www.loom.com/share/eef106b6f0a1437fbeaee7eebba432a6</a:t>
            </a:r>
            <a:endParaRPr lang="en-IN" sz="2400" dirty="0" smtClean="0">
              <a:latin typeface="Arial Black" panose="020B0A04020102020204" pitchFamily="34" charset="0"/>
            </a:endParaRPr>
          </a:p>
          <a:p>
            <a:endParaRPr lang="en-IN" sz="2400" dirty="0">
              <a:latin typeface="Arial Black" panose="020B0A04020102020204" pitchFamily="34" charset="0"/>
            </a:endParaRPr>
          </a:p>
        </p:txBody>
      </p:sp>
    </p:spTree>
    <p:extLst>
      <p:ext uri="{BB962C8B-B14F-4D97-AF65-F5344CB8AC3E}">
        <p14:creationId xmlns:p14="http://schemas.microsoft.com/office/powerpoint/2010/main" val="3952184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59416" y="431276"/>
            <a:ext cx="4801401" cy="2262781"/>
          </a:xfrm>
        </p:spPr>
        <p:txBody>
          <a:bodyPr/>
          <a:lstStyle/>
          <a:p>
            <a:r>
              <a:rPr lang="en-US" dirty="0" smtClean="0"/>
              <a:t>THANK YOU</a:t>
            </a:r>
            <a:endParaRPr lang="en-IN" dirty="0"/>
          </a:p>
        </p:txBody>
      </p:sp>
      <p:sp>
        <p:nvSpPr>
          <p:cNvPr id="3" name="Subtitle 2"/>
          <p:cNvSpPr>
            <a:spLocks noGrp="1"/>
          </p:cNvSpPr>
          <p:nvPr>
            <p:ph type="subTitle" idx="1"/>
          </p:nvPr>
        </p:nvSpPr>
        <p:spPr>
          <a:xfrm>
            <a:off x="4559416" y="3127688"/>
            <a:ext cx="5423570" cy="1126283"/>
          </a:xfrm>
        </p:spPr>
        <p:txBody>
          <a:bodyPr>
            <a:normAutofit/>
          </a:bodyPr>
          <a:lstStyle/>
          <a:p>
            <a:r>
              <a:rPr lang="en-US" sz="2400" dirty="0" smtClean="0">
                <a:latin typeface="Bahnschrift" panose="020B0502040204020203" pitchFamily="34" charset="0"/>
              </a:rPr>
              <a:t>Any questions or feedback?</a:t>
            </a:r>
            <a:endParaRPr lang="en-IN" sz="2400" dirty="0">
              <a:latin typeface="Bahnschrift" panose="020B0502040204020203" pitchFamily="34" charset="0"/>
            </a:endParaRPr>
          </a:p>
        </p:txBody>
      </p:sp>
    </p:spTree>
    <p:extLst>
      <p:ext uri="{BB962C8B-B14F-4D97-AF65-F5344CB8AC3E}">
        <p14:creationId xmlns:p14="http://schemas.microsoft.com/office/powerpoint/2010/main" val="3001602794"/>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206</TotalTime>
  <Words>466</Words>
  <Application>Microsoft Office PowerPoint</Application>
  <PresentationFormat>Widescreen</PresentationFormat>
  <Paragraphs>68</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Arial Black</vt:lpstr>
      <vt:lpstr>Arial Rounded MT Bold</vt:lpstr>
      <vt:lpstr>Bahnschrift</vt:lpstr>
      <vt:lpstr>Century Gothic</vt:lpstr>
      <vt:lpstr>Wingdings</vt:lpstr>
      <vt:lpstr>Wingdings 3</vt:lpstr>
      <vt:lpstr>Wisp</vt:lpstr>
      <vt:lpstr>FreshGuard IOT :Smart Food Storage Monitoring</vt:lpstr>
      <vt:lpstr>Executive Summary</vt:lpstr>
      <vt:lpstr>The Challenge (The risks to food quality)</vt:lpstr>
      <vt:lpstr> Our Solution (Introduction to the Data Logger)</vt:lpstr>
      <vt:lpstr>Key features:</vt:lpstr>
      <vt:lpstr>Hardware &amp; Technology stack</vt:lpstr>
      <vt:lpstr>Working principle</vt:lpstr>
      <vt:lpstr> Green(safe):optimal storage conditions.   Yellow(warning): preventive action needed.   Red(danger):critical threshold breach.</vt:lpstr>
      <vt:lpstr>PowerPoint Presentation</vt:lpstr>
      <vt:lpstr>Operational ROI(Cost saving &amp; Efficiency)</vt:lpstr>
      <vt:lpstr>PowerPoint Presentation</vt:lpstr>
      <vt:lpstr>Dashboard link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FreshGuard IOT :Smart Food Storage Monitoring</dc:title>
  <dc:creator>Lenovo</dc:creator>
  <cp:lastModifiedBy>Lenovo</cp:lastModifiedBy>
  <cp:revision>22</cp:revision>
  <dcterms:created xsi:type="dcterms:W3CDTF">2026-07-02T08:15:32Z</dcterms:created>
  <dcterms:modified xsi:type="dcterms:W3CDTF">2026-07-15T08:16:35Z</dcterms:modified>
</cp:coreProperties>
</file>